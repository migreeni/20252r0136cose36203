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69" r:id="rId2"/>
    <p:sldId id="271" r:id="rId3"/>
    <p:sldId id="275" r:id="rId4"/>
    <p:sldId id="274" r:id="rId5"/>
    <p:sldId id="277" r:id="rId6"/>
    <p:sldId id="276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C9CC"/>
    <a:srgbClr val="76959C"/>
    <a:srgbClr val="124E5B"/>
    <a:srgbClr val="EBEFF0"/>
    <a:srgbClr val="2E5766"/>
    <a:srgbClr val="23363D"/>
    <a:srgbClr val="7A9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A225F-010E-CE4E-B826-DA094BBB31C3}" v="38" dt="2025-12-02T05:57:12.83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1"/>
    <p:restoredTop sz="94589"/>
  </p:normalViewPr>
  <p:slideViewPr>
    <p:cSldViewPr snapToGrid="0">
      <p:cViewPr varScale="1">
        <p:scale>
          <a:sx n="120" d="100"/>
          <a:sy n="120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8" d="100"/>
          <a:sy n="168" d="100"/>
        </p:scale>
        <p:origin x="664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원준 최" userId="2fc9a563ef8e1e9a" providerId="LiveId" clId="{1D92807F-0CB1-589F-983B-E9F7A0D4A388}"/>
    <pc:docChg chg="undo custSel addSld delSld modSld sldOrd modMainMaster">
      <pc:chgData name="원준 최" userId="2fc9a563ef8e1e9a" providerId="LiveId" clId="{1D92807F-0CB1-589F-983B-E9F7A0D4A388}" dt="2025-12-02T05:57:12.832" v="411"/>
      <pc:docMkLst>
        <pc:docMk/>
      </pc:docMkLst>
      <pc:sldChg chg="addSp delSp modSp mod">
        <pc:chgData name="원준 최" userId="2fc9a563ef8e1e9a" providerId="LiveId" clId="{1D92807F-0CB1-589F-983B-E9F7A0D4A388}" dt="2025-12-02T05:53:50.386" v="298"/>
        <pc:sldMkLst>
          <pc:docMk/>
          <pc:sldMk cId="2691309888" sldId="269"/>
        </pc:sldMkLst>
        <pc:spChg chg="mod">
          <ac:chgData name="원준 최" userId="2fc9a563ef8e1e9a" providerId="LiveId" clId="{1D92807F-0CB1-589F-983B-E9F7A0D4A388}" dt="2025-11-29T08:15:52.754" v="203" actId="20577"/>
          <ac:spMkLst>
            <pc:docMk/>
            <pc:sldMk cId="2691309888" sldId="269"/>
            <ac:spMk id="2" creationId="{752B19BF-47FA-36B7-F91E-3DB34E52C885}"/>
          </ac:spMkLst>
        </pc:spChg>
        <pc:spChg chg="mod">
          <ac:chgData name="원준 최" userId="2fc9a563ef8e1e9a" providerId="LiveId" clId="{1D92807F-0CB1-589F-983B-E9F7A0D4A388}" dt="2025-11-29T08:15:57.619" v="215" actId="20577"/>
          <ac:spMkLst>
            <pc:docMk/>
            <pc:sldMk cId="2691309888" sldId="269"/>
            <ac:spMk id="3" creationId="{8FD7302F-9176-CCA5-4537-4BF59CF48C08}"/>
          </ac:spMkLst>
        </pc:spChg>
        <pc:spChg chg="add del mod">
          <ac:chgData name="원준 최" userId="2fc9a563ef8e1e9a" providerId="LiveId" clId="{1D92807F-0CB1-589F-983B-E9F7A0D4A388}" dt="2025-12-02T05:53:50.386" v="298"/>
          <ac:spMkLst>
            <pc:docMk/>
            <pc:sldMk cId="2691309888" sldId="269"/>
            <ac:spMk id="4" creationId="{13A58F60-17F2-BE33-ADCD-31CCDBB94CFE}"/>
          </ac:spMkLst>
        </pc:spChg>
        <pc:spChg chg="mod">
          <ac:chgData name="원준 최" userId="2fc9a563ef8e1e9a" providerId="LiveId" clId="{1D92807F-0CB1-589F-983B-E9F7A0D4A388}" dt="2025-11-29T08:16:01.511" v="218" actId="20577"/>
          <ac:spMkLst>
            <pc:docMk/>
            <pc:sldMk cId="2691309888" sldId="269"/>
            <ac:spMk id="7" creationId="{0383B430-F840-2450-1B8D-595DAD638AA4}"/>
          </ac:spMkLst>
        </pc:spChg>
        <pc:spChg chg="mod">
          <ac:chgData name="원준 최" userId="2fc9a563ef8e1e9a" providerId="LiveId" clId="{1D92807F-0CB1-589F-983B-E9F7A0D4A388}" dt="2025-12-02T05:53:32.030" v="295" actId="20577"/>
          <ac:spMkLst>
            <pc:docMk/>
            <pc:sldMk cId="2691309888" sldId="269"/>
            <ac:spMk id="8" creationId="{BAA9DAFA-BA53-020E-CAA1-E9C09224A610}"/>
          </ac:spMkLst>
        </pc:spChg>
      </pc:sldChg>
      <pc:sldChg chg="addSp delSp modSp mod">
        <pc:chgData name="원준 최" userId="2fc9a563ef8e1e9a" providerId="LiveId" clId="{1D92807F-0CB1-589F-983B-E9F7A0D4A388}" dt="2025-12-02T05:54:40.838" v="342"/>
        <pc:sldMkLst>
          <pc:docMk/>
          <pc:sldMk cId="2316119554" sldId="271"/>
        </pc:sldMkLst>
        <pc:spChg chg="mod">
          <ac:chgData name="원준 최" userId="2fc9a563ef8e1e9a" providerId="LiveId" clId="{1D92807F-0CB1-589F-983B-E9F7A0D4A388}" dt="2025-12-02T05:54:30.558" v="339" actId="20577"/>
          <ac:spMkLst>
            <pc:docMk/>
            <pc:sldMk cId="2316119554" sldId="271"/>
            <ac:spMk id="2" creationId="{1102D297-EABA-D5E1-368C-A7AF65ABEB42}"/>
          </ac:spMkLst>
        </pc:spChg>
        <pc:spChg chg="mod">
          <ac:chgData name="원준 최" userId="2fc9a563ef8e1e9a" providerId="LiveId" clId="{1D92807F-0CB1-589F-983B-E9F7A0D4A388}" dt="2025-12-02T05:54:27.276" v="327" actId="20577"/>
          <ac:spMkLst>
            <pc:docMk/>
            <pc:sldMk cId="2316119554" sldId="271"/>
            <ac:spMk id="3" creationId="{51DEB601-E03A-91AD-6A90-F25307AA3EFD}"/>
          </ac:spMkLst>
        </pc:spChg>
        <pc:spChg chg="mod">
          <ac:chgData name="원준 최" userId="2fc9a563ef8e1e9a" providerId="LiveId" clId="{1D92807F-0CB1-589F-983B-E9F7A0D4A388}" dt="2025-12-02T05:54:24.094" v="316" actId="20577"/>
          <ac:spMkLst>
            <pc:docMk/>
            <pc:sldMk cId="2316119554" sldId="271"/>
            <ac:spMk id="4" creationId="{12D558B3-210A-66CD-5A57-A6A6A0053795}"/>
          </ac:spMkLst>
        </pc:spChg>
        <pc:spChg chg="mod">
          <ac:chgData name="원준 최" userId="2fc9a563ef8e1e9a" providerId="LiveId" clId="{1D92807F-0CB1-589F-983B-E9F7A0D4A388}" dt="2025-12-02T05:54:20.252" v="310" actId="20577"/>
          <ac:spMkLst>
            <pc:docMk/>
            <pc:sldMk cId="2316119554" sldId="271"/>
            <ac:spMk id="5" creationId="{58CC1163-B7E6-AF8F-3078-83E95B1ED06C}"/>
          </ac:spMkLst>
        </pc:spChg>
        <pc:spChg chg="add del mod">
          <ac:chgData name="원준 최" userId="2fc9a563ef8e1e9a" providerId="LiveId" clId="{1D92807F-0CB1-589F-983B-E9F7A0D4A388}" dt="2025-12-02T05:54:40.838" v="342"/>
          <ac:spMkLst>
            <pc:docMk/>
            <pc:sldMk cId="2316119554" sldId="271"/>
            <ac:spMk id="9" creationId="{11E45828-8C2B-CE3F-D50C-8D6DE0DFEA1E}"/>
          </ac:spMkLst>
        </pc:spChg>
      </pc:sldChg>
      <pc:sldChg chg="del">
        <pc:chgData name="원준 최" userId="2fc9a563ef8e1e9a" providerId="LiveId" clId="{1D92807F-0CB1-589F-983B-E9F7A0D4A388}" dt="2025-12-02T05:54:45.300" v="343" actId="2696"/>
        <pc:sldMkLst>
          <pc:docMk/>
          <pc:sldMk cId="2215082190" sldId="273"/>
        </pc:sldMkLst>
      </pc:sldChg>
      <pc:sldChg chg="modSp mod">
        <pc:chgData name="원준 최" userId="2fc9a563ef8e1e9a" providerId="LiveId" clId="{1D92807F-0CB1-589F-983B-E9F7A0D4A388}" dt="2025-12-02T05:56:36.552" v="381" actId="20577"/>
        <pc:sldMkLst>
          <pc:docMk/>
          <pc:sldMk cId="1663520640" sldId="274"/>
        </pc:sldMkLst>
        <pc:spChg chg="mod">
          <ac:chgData name="원준 최" userId="2fc9a563ef8e1e9a" providerId="LiveId" clId="{1D92807F-0CB1-589F-983B-E9F7A0D4A388}" dt="2025-12-02T05:56:36.552" v="381" actId="20577"/>
          <ac:spMkLst>
            <pc:docMk/>
            <pc:sldMk cId="1663520640" sldId="274"/>
            <ac:spMk id="2" creationId="{3082F28C-1E2D-A0D1-9E52-1B7C91218CA9}"/>
          </ac:spMkLst>
        </pc:spChg>
      </pc:sldChg>
      <pc:sldChg chg="modSp mod">
        <pc:chgData name="원준 최" userId="2fc9a563ef8e1e9a" providerId="LiveId" clId="{1D92807F-0CB1-589F-983B-E9F7A0D4A388}" dt="2025-12-02T05:56:26.590" v="365" actId="255"/>
        <pc:sldMkLst>
          <pc:docMk/>
          <pc:sldMk cId="2361359402" sldId="275"/>
        </pc:sldMkLst>
        <pc:spChg chg="mod">
          <ac:chgData name="원준 최" userId="2fc9a563ef8e1e9a" providerId="LiveId" clId="{1D92807F-0CB1-589F-983B-E9F7A0D4A388}" dt="2025-12-02T05:56:26.590" v="365" actId="255"/>
          <ac:spMkLst>
            <pc:docMk/>
            <pc:sldMk cId="2361359402" sldId="275"/>
            <ac:spMk id="2" creationId="{9A0F9625-4FE5-1EF3-3DDA-92EB47F5F1AF}"/>
          </ac:spMkLst>
        </pc:spChg>
      </pc:sldChg>
      <pc:sldChg chg="del">
        <pc:chgData name="원준 최" userId="2fc9a563ef8e1e9a" providerId="LiveId" clId="{1D92807F-0CB1-589F-983B-E9F7A0D4A388}" dt="2025-12-02T05:54:45.837" v="344" actId="2696"/>
        <pc:sldMkLst>
          <pc:docMk/>
          <pc:sldMk cId="1356173665" sldId="276"/>
        </pc:sldMkLst>
      </pc:sldChg>
      <pc:sldChg chg="new">
        <pc:chgData name="원준 최" userId="2fc9a563ef8e1e9a" providerId="LiveId" clId="{1D92807F-0CB1-589F-983B-E9F7A0D4A388}" dt="2025-12-02T05:56:38.386" v="382" actId="680"/>
        <pc:sldMkLst>
          <pc:docMk/>
          <pc:sldMk cId="1922481797" sldId="276"/>
        </pc:sldMkLst>
      </pc:sldChg>
      <pc:sldChg chg="modSp add mod ord">
        <pc:chgData name="원준 최" userId="2fc9a563ef8e1e9a" providerId="LiveId" clId="{1D92807F-0CB1-589F-983B-E9F7A0D4A388}" dt="2025-12-02T05:56:45.641" v="389" actId="20577"/>
        <pc:sldMkLst>
          <pc:docMk/>
          <pc:sldMk cId="2870851620" sldId="277"/>
        </pc:sldMkLst>
        <pc:spChg chg="mod">
          <ac:chgData name="원준 최" userId="2fc9a563ef8e1e9a" providerId="LiveId" clId="{1D92807F-0CB1-589F-983B-E9F7A0D4A388}" dt="2025-12-02T05:56:45.641" v="389" actId="20577"/>
          <ac:spMkLst>
            <pc:docMk/>
            <pc:sldMk cId="2870851620" sldId="277"/>
            <ac:spMk id="2" creationId="{31CD2A55-C367-9F64-0207-8AC4FEAD82C7}"/>
          </ac:spMkLst>
        </pc:spChg>
      </pc:sldChg>
      <pc:sldChg chg="modSp add mod">
        <pc:chgData name="원준 최" userId="2fc9a563ef8e1e9a" providerId="LiveId" clId="{1D92807F-0CB1-589F-983B-E9F7A0D4A388}" dt="2025-12-02T05:57:04.252" v="397" actId="20577"/>
        <pc:sldMkLst>
          <pc:docMk/>
          <pc:sldMk cId="4017698721" sldId="278"/>
        </pc:sldMkLst>
        <pc:spChg chg="mod">
          <ac:chgData name="원준 최" userId="2fc9a563ef8e1e9a" providerId="LiveId" clId="{1D92807F-0CB1-589F-983B-E9F7A0D4A388}" dt="2025-12-02T05:57:04.252" v="397" actId="20577"/>
          <ac:spMkLst>
            <pc:docMk/>
            <pc:sldMk cId="4017698721" sldId="278"/>
            <ac:spMk id="2" creationId="{7A1808C6-EF09-83A5-4853-3CD520A181F0}"/>
          </ac:spMkLst>
        </pc:spChg>
      </pc:sldChg>
      <pc:sldChg chg="add">
        <pc:chgData name="원준 최" userId="2fc9a563ef8e1e9a" providerId="LiveId" clId="{1D92807F-0CB1-589F-983B-E9F7A0D4A388}" dt="2025-12-02T05:57:07.879" v="398"/>
        <pc:sldMkLst>
          <pc:docMk/>
          <pc:sldMk cId="2607334150" sldId="279"/>
        </pc:sldMkLst>
      </pc:sldChg>
      <pc:sldChg chg="modSp add mod">
        <pc:chgData name="원준 최" userId="2fc9a563ef8e1e9a" providerId="LiveId" clId="{1D92807F-0CB1-589F-983B-E9F7A0D4A388}" dt="2025-12-02T05:57:11.005" v="410" actId="20577"/>
        <pc:sldMkLst>
          <pc:docMk/>
          <pc:sldMk cId="1635658802" sldId="280"/>
        </pc:sldMkLst>
        <pc:spChg chg="mod">
          <ac:chgData name="원준 최" userId="2fc9a563ef8e1e9a" providerId="LiveId" clId="{1D92807F-0CB1-589F-983B-E9F7A0D4A388}" dt="2025-12-02T05:57:11.005" v="410" actId="20577"/>
          <ac:spMkLst>
            <pc:docMk/>
            <pc:sldMk cId="1635658802" sldId="280"/>
            <ac:spMk id="2" creationId="{CECEF089-8C9D-A894-A494-76DA089A4E4A}"/>
          </ac:spMkLst>
        </pc:spChg>
      </pc:sldChg>
      <pc:sldChg chg="add">
        <pc:chgData name="원준 최" userId="2fc9a563ef8e1e9a" providerId="LiveId" clId="{1D92807F-0CB1-589F-983B-E9F7A0D4A388}" dt="2025-12-02T05:57:12.832" v="411"/>
        <pc:sldMkLst>
          <pc:docMk/>
          <pc:sldMk cId="3648989368" sldId="281"/>
        </pc:sldMkLst>
      </pc:sldChg>
      <pc:sldMasterChg chg="modSldLayout">
        <pc:chgData name="원준 최" userId="2fc9a563ef8e1e9a" providerId="LiveId" clId="{1D92807F-0CB1-589F-983B-E9F7A0D4A388}" dt="2025-12-02T05:56:03.223" v="354" actId="1076"/>
        <pc:sldMasterMkLst>
          <pc:docMk/>
          <pc:sldMasterMk cId="0" sldId="2147483648"/>
        </pc:sldMasterMkLst>
        <pc:sldLayoutChg chg="addSp delSp modSp mod">
          <pc:chgData name="원준 최" userId="2fc9a563ef8e1e9a" providerId="LiveId" clId="{1D92807F-0CB1-589F-983B-E9F7A0D4A388}" dt="2025-11-29T08:13:59.860" v="165" actId="403"/>
          <pc:sldLayoutMkLst>
            <pc:docMk/>
            <pc:sldMasterMk cId="0" sldId="2147483648"/>
            <pc:sldLayoutMk cId="0" sldId="2147483651"/>
          </pc:sldLayoutMkLst>
          <pc:spChg chg="add mod">
            <ac:chgData name="원준 최" userId="2fc9a563ef8e1e9a" providerId="LiveId" clId="{1D92807F-0CB1-589F-983B-E9F7A0D4A388}" dt="2025-11-29T08:13:59.860" v="165" actId="403"/>
            <ac:spMkLst>
              <pc:docMk/>
              <pc:sldMasterMk cId="0" sldId="2147483648"/>
              <pc:sldLayoutMk cId="0" sldId="2147483651"/>
              <ac:spMk id="2" creationId="{F2F25559-E743-EF9E-9047-F010AE42539E}"/>
            </ac:spMkLst>
          </pc:spChg>
          <pc:spChg chg="mod">
            <ac:chgData name="원준 최" userId="2fc9a563ef8e1e9a" providerId="LiveId" clId="{1D92807F-0CB1-589F-983B-E9F7A0D4A388}" dt="2025-11-29T08:13:39.608" v="161" actId="1076"/>
            <ac:spMkLst>
              <pc:docMk/>
              <pc:sldMasterMk cId="0" sldId="2147483648"/>
              <pc:sldLayoutMk cId="0" sldId="2147483651"/>
              <ac:spMk id="59" creationId="{00000000-0000-0000-0000-000000000000}"/>
            </ac:spMkLst>
          </pc:spChg>
        </pc:sldLayoutChg>
        <pc:sldLayoutChg chg="addSp delSp modSp mod">
          <pc:chgData name="원준 최" userId="2fc9a563ef8e1e9a" providerId="LiveId" clId="{1D92807F-0CB1-589F-983B-E9F7A0D4A388}" dt="2025-11-29T08:12:35.699" v="139" actId="14100"/>
          <pc:sldLayoutMkLst>
            <pc:docMk/>
            <pc:sldMasterMk cId="0" sldId="2147483648"/>
            <pc:sldLayoutMk cId="0" sldId="2147483653"/>
          </pc:sldLayoutMkLst>
          <pc:spChg chg="mod">
            <ac:chgData name="원준 최" userId="2fc9a563ef8e1e9a" providerId="LiveId" clId="{1D92807F-0CB1-589F-983B-E9F7A0D4A388}" dt="2025-11-29T08:12:35.699" v="139" actId="14100"/>
            <ac:spMkLst>
              <pc:docMk/>
              <pc:sldMasterMk cId="0" sldId="2147483648"/>
              <pc:sldLayoutMk cId="0" sldId="2147483653"/>
              <ac:spMk id="3" creationId="{B54D74D7-1A7B-44D0-D714-368FF64FE7BD}"/>
            </ac:spMkLst>
          </pc:spChg>
          <pc:spChg chg="add mod">
            <ac:chgData name="원준 최" userId="2fc9a563ef8e1e9a" providerId="LiveId" clId="{1D92807F-0CB1-589F-983B-E9F7A0D4A388}" dt="2025-11-29T08:12:30.814" v="138" actId="1076"/>
            <ac:spMkLst>
              <pc:docMk/>
              <pc:sldMasterMk cId="0" sldId="2147483648"/>
              <pc:sldLayoutMk cId="0" sldId="2147483653"/>
              <ac:spMk id="5" creationId="{325EC215-72E8-5BFA-8E09-543925D5D9AC}"/>
            </ac:spMkLst>
          </pc:spChg>
        </pc:sldLayoutChg>
        <pc:sldLayoutChg chg="addSp delSp modSp mod">
          <pc:chgData name="원준 최" userId="2fc9a563ef8e1e9a" providerId="LiveId" clId="{1D92807F-0CB1-589F-983B-E9F7A0D4A388}" dt="2025-12-02T05:55:13.650" v="349" actId="478"/>
          <pc:sldLayoutMkLst>
            <pc:docMk/>
            <pc:sldMasterMk cId="0" sldId="2147483648"/>
            <pc:sldLayoutMk cId="2174514114" sldId="2147483655"/>
          </pc:sldLayoutMkLst>
          <pc:spChg chg="add mod">
            <ac:chgData name="원준 최" userId="2fc9a563ef8e1e9a" providerId="LiveId" clId="{1D92807F-0CB1-589F-983B-E9F7A0D4A388}" dt="2025-12-02T05:55:04.088" v="345" actId="255"/>
            <ac:spMkLst>
              <pc:docMk/>
              <pc:sldMasterMk cId="0" sldId="2147483648"/>
              <pc:sldLayoutMk cId="2174514114" sldId="2147483655"/>
              <ac:spMk id="3" creationId="{ADFCB71A-A9A7-5488-2918-694109AA3F0A}"/>
            </ac:spMkLst>
          </pc:spChg>
          <pc:spChg chg="del">
            <ac:chgData name="원준 최" userId="2fc9a563ef8e1e9a" providerId="LiveId" clId="{1D92807F-0CB1-589F-983B-E9F7A0D4A388}" dt="2025-12-02T05:55:13.650" v="349" actId="478"/>
            <ac:spMkLst>
              <pc:docMk/>
              <pc:sldMasterMk cId="0" sldId="2147483648"/>
              <pc:sldLayoutMk cId="2174514114" sldId="2147483655"/>
              <ac:spMk id="10" creationId="{079BD84B-1318-4B24-C2AA-E8873BD3B15E}"/>
            </ac:spMkLst>
          </pc:spChg>
          <pc:spChg chg="del">
            <ac:chgData name="원준 최" userId="2fc9a563ef8e1e9a" providerId="LiveId" clId="{1D92807F-0CB1-589F-983B-E9F7A0D4A388}" dt="2025-12-02T05:55:13.650" v="349" actId="478"/>
            <ac:spMkLst>
              <pc:docMk/>
              <pc:sldMasterMk cId="0" sldId="2147483648"/>
              <pc:sldLayoutMk cId="2174514114" sldId="2147483655"/>
              <ac:spMk id="11" creationId="{7C77978A-43C5-B8CD-5871-A1C221E3C88F}"/>
            </ac:spMkLst>
          </pc:spChg>
          <pc:spChg chg="mod">
            <ac:chgData name="원준 최" userId="2fc9a563ef8e1e9a" providerId="LiveId" clId="{1D92807F-0CB1-589F-983B-E9F7A0D4A388}" dt="2025-12-02T05:55:05.456" v="347" actId="1076"/>
            <ac:spMkLst>
              <pc:docMk/>
              <pc:sldMasterMk cId="0" sldId="2147483648"/>
              <pc:sldLayoutMk cId="2174514114" sldId="2147483655"/>
              <ac:spMk id="32" creationId="{00000000-0000-0000-0000-000000000000}"/>
            </ac:spMkLst>
          </pc:spChg>
          <pc:spChg chg="mod">
            <ac:chgData name="원준 최" userId="2fc9a563ef8e1e9a" providerId="LiveId" clId="{1D92807F-0CB1-589F-983B-E9F7A0D4A388}" dt="2025-12-02T05:55:08.607" v="348" actId="20577"/>
            <ac:spMkLst>
              <pc:docMk/>
              <pc:sldMasterMk cId="0" sldId="2147483648"/>
              <pc:sldLayoutMk cId="2174514114" sldId="2147483655"/>
              <ac:spMk id="44" creationId="{00000000-0000-0000-0000-000000000000}"/>
            </ac:spMkLst>
          </pc:spChg>
        </pc:sldLayoutChg>
        <pc:sldLayoutChg chg="addSp delSp modSp mod">
          <pc:chgData name="원준 최" userId="2fc9a563ef8e1e9a" providerId="LiveId" clId="{1D92807F-0CB1-589F-983B-E9F7A0D4A388}" dt="2025-12-02T05:53:59.635" v="300" actId="255"/>
          <pc:sldLayoutMkLst>
            <pc:docMk/>
            <pc:sldMasterMk cId="0" sldId="2147483648"/>
            <pc:sldLayoutMk cId="63185012" sldId="2147483656"/>
          </pc:sldLayoutMkLst>
          <pc:spChg chg="add mod">
            <ac:chgData name="원준 최" userId="2fc9a563ef8e1e9a" providerId="LiveId" clId="{1D92807F-0CB1-589F-983B-E9F7A0D4A388}" dt="2025-12-02T05:53:59.635" v="300" actId="255"/>
            <ac:spMkLst>
              <pc:docMk/>
              <pc:sldMasterMk cId="0" sldId="2147483648"/>
              <pc:sldLayoutMk cId="63185012" sldId="2147483656"/>
              <ac:spMk id="11" creationId="{3DC1D50B-2B16-579A-CB1E-36645CD3A569}"/>
            </ac:spMkLst>
          </pc:spChg>
          <pc:grpChg chg="mod">
            <ac:chgData name="원준 최" userId="2fc9a563ef8e1e9a" providerId="LiveId" clId="{1D92807F-0CB1-589F-983B-E9F7A0D4A388}" dt="2025-11-29T08:01:44.406" v="2" actId="14100"/>
            <ac:grpSpMkLst>
              <pc:docMk/>
              <pc:sldMasterMk cId="0" sldId="2147483648"/>
              <pc:sldLayoutMk cId="63185012" sldId="2147483656"/>
              <ac:grpSpMk id="21" creationId="{00000000-0000-0000-0000-000000000000}"/>
            </ac:grpSpMkLst>
          </pc:grpChg>
        </pc:sldLayoutChg>
        <pc:sldLayoutChg chg="delSp modSp mod">
          <pc:chgData name="원준 최" userId="2fc9a563ef8e1e9a" providerId="LiveId" clId="{1D92807F-0CB1-589F-983B-E9F7A0D4A388}" dt="2025-12-02T05:56:03.223" v="354" actId="1076"/>
          <pc:sldLayoutMkLst>
            <pc:docMk/>
            <pc:sldMasterMk cId="0" sldId="2147483648"/>
            <pc:sldLayoutMk cId="485728916" sldId="2147483657"/>
          </pc:sldLayoutMkLst>
          <pc:picChg chg="mod">
            <ac:chgData name="원준 최" userId="2fc9a563ef8e1e9a" providerId="LiveId" clId="{1D92807F-0CB1-589F-983B-E9F7A0D4A388}" dt="2025-12-02T05:56:03.223" v="354" actId="1076"/>
            <ac:picMkLst>
              <pc:docMk/>
              <pc:sldMasterMk cId="0" sldId="2147483648"/>
              <pc:sldLayoutMk cId="485728916" sldId="2147483657"/>
              <ac:picMk id="5" creationId="{2520BB74-FF11-CD15-1906-8FC6DA6836DB}"/>
            </ac:picMkLst>
          </pc:picChg>
        </pc:sldLayoutChg>
        <pc:sldLayoutChg chg="addSp delSp modSp mod">
          <pc:chgData name="원준 최" userId="2fc9a563ef8e1e9a" providerId="LiveId" clId="{1D92807F-0CB1-589F-983B-E9F7A0D4A388}" dt="2025-11-29T08:14:17.420" v="169"/>
          <pc:sldLayoutMkLst>
            <pc:docMk/>
            <pc:sldMasterMk cId="0" sldId="2147483648"/>
            <pc:sldLayoutMk cId="4140856794" sldId="2147483658"/>
          </pc:sldLayoutMkLst>
          <pc:spChg chg="add mod">
            <ac:chgData name="원준 최" userId="2fc9a563ef8e1e9a" providerId="LiveId" clId="{1D92807F-0CB1-589F-983B-E9F7A0D4A388}" dt="2025-11-29T08:14:13.760" v="167" actId="1076"/>
            <ac:spMkLst>
              <pc:docMk/>
              <pc:sldMasterMk cId="0" sldId="2147483648"/>
              <pc:sldLayoutMk cId="4140856794" sldId="2147483658"/>
              <ac:spMk id="11" creationId="{E94BD70F-03B8-CDF7-3490-31EB485BFF55}"/>
            </ac:spMkLst>
          </pc:spChg>
          <pc:spChg chg="add mod">
            <ac:chgData name="원준 최" userId="2fc9a563ef8e1e9a" providerId="LiveId" clId="{1D92807F-0CB1-589F-983B-E9F7A0D4A388}" dt="2025-11-29T08:13:50.511" v="163"/>
            <ac:spMkLst>
              <pc:docMk/>
              <pc:sldMasterMk cId="0" sldId="2147483648"/>
              <pc:sldLayoutMk cId="4140856794" sldId="2147483658"/>
              <ac:spMk id="17" creationId="{D0CB7A74-991C-D3A0-D8A5-E095E861B0BE}"/>
            </ac:spMkLst>
          </pc:spChg>
          <pc:spChg chg="add mod">
            <ac:chgData name="원준 최" userId="2fc9a563ef8e1e9a" providerId="LiveId" clId="{1D92807F-0CB1-589F-983B-E9F7A0D4A388}" dt="2025-11-29T08:13:50.511" v="163"/>
            <ac:spMkLst>
              <pc:docMk/>
              <pc:sldMasterMk cId="0" sldId="2147483648"/>
              <pc:sldLayoutMk cId="4140856794" sldId="2147483658"/>
              <ac:spMk id="18" creationId="{151F5C18-EB81-9586-3708-9B25E8FED06D}"/>
            </ac:spMkLst>
          </pc:spChg>
          <pc:spChg chg="add mod">
            <ac:chgData name="원준 최" userId="2fc9a563ef8e1e9a" providerId="LiveId" clId="{1D92807F-0CB1-589F-983B-E9F7A0D4A388}" dt="2025-11-29T08:13:50.511" v="163"/>
            <ac:spMkLst>
              <pc:docMk/>
              <pc:sldMasterMk cId="0" sldId="2147483648"/>
              <pc:sldLayoutMk cId="4140856794" sldId="2147483658"/>
              <ac:spMk id="19" creationId="{B784F188-DA35-B924-93B4-C25D439B9515}"/>
            </ac:spMkLst>
          </pc:spChg>
          <pc:spChg chg="add mod">
            <ac:chgData name="원준 최" userId="2fc9a563ef8e1e9a" providerId="LiveId" clId="{1D92807F-0CB1-589F-983B-E9F7A0D4A388}" dt="2025-11-29T08:13:50.511" v="163"/>
            <ac:spMkLst>
              <pc:docMk/>
              <pc:sldMasterMk cId="0" sldId="2147483648"/>
              <pc:sldLayoutMk cId="4140856794" sldId="2147483658"/>
              <ac:spMk id="20" creationId="{ADCABEA3-456E-1594-DC9C-825D7B3C4797}"/>
            </ac:spMkLst>
          </pc:spChg>
          <pc:spChg chg="add mod">
            <ac:chgData name="원준 최" userId="2fc9a563ef8e1e9a" providerId="LiveId" clId="{1D92807F-0CB1-589F-983B-E9F7A0D4A388}" dt="2025-11-29T08:13:50.511" v="163"/>
            <ac:spMkLst>
              <pc:docMk/>
              <pc:sldMasterMk cId="0" sldId="2147483648"/>
              <pc:sldLayoutMk cId="4140856794" sldId="2147483658"/>
              <ac:spMk id="21" creationId="{A9AA3126-E5B5-66BD-F864-8D5602824784}"/>
            </ac:spMkLst>
          </pc:spChg>
          <pc:spChg chg="add mod">
            <ac:chgData name="원준 최" userId="2fc9a563ef8e1e9a" providerId="LiveId" clId="{1D92807F-0CB1-589F-983B-E9F7A0D4A388}" dt="2025-11-29T08:14:17.420" v="169"/>
            <ac:spMkLst>
              <pc:docMk/>
              <pc:sldMasterMk cId="0" sldId="2147483648"/>
              <pc:sldLayoutMk cId="4140856794" sldId="2147483658"/>
              <ac:spMk id="23" creationId="{01A0E223-227D-F5C0-F885-4BDD120D60C1}"/>
            </ac:spMkLst>
          </pc:spChg>
          <pc:picChg chg="add mod">
            <ac:chgData name="원준 최" userId="2fc9a563ef8e1e9a" providerId="LiveId" clId="{1D92807F-0CB1-589F-983B-E9F7A0D4A388}" dt="2025-11-29T08:13:50.511" v="163"/>
            <ac:picMkLst>
              <pc:docMk/>
              <pc:sldMasterMk cId="0" sldId="2147483648"/>
              <pc:sldLayoutMk cId="4140856794" sldId="2147483658"/>
              <ac:picMk id="16" creationId="{7B0E553A-99E3-5786-45AF-A89444FE3A9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ais.korea.ac.kr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dais.korea.ac.kr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시작">
    <p:bg>
      <p:bgPr>
        <a:solidFill>
          <a:srgbClr val="134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986757" y="1981199"/>
            <a:ext cx="8218486" cy="1524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200">
                <a:solidFill>
                  <a:srgbClr val="FFFFFF"/>
                </a:solidFill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  <a:sym typeface="Malgun Gothic"/>
              </a:defRPr>
            </a:lvl1pPr>
          </a:lstStyle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grpSp>
        <p:nvGrpSpPr>
          <p:cNvPr id="21" name="그룹 7"/>
          <p:cNvGrpSpPr/>
          <p:nvPr/>
        </p:nvGrpSpPr>
        <p:grpSpPr>
          <a:xfrm>
            <a:off x="5239228" y="5845749"/>
            <a:ext cx="654417" cy="576057"/>
            <a:chOff x="-1" y="0"/>
            <a:chExt cx="654416" cy="576056"/>
          </a:xfrm>
        </p:grpSpPr>
        <p:pic>
          <p:nvPicPr>
            <p:cNvPr id="19" name="그림 4" descr="그림 4"/>
            <p:cNvPicPr>
              <a:picLocks noChangeAspect="1"/>
            </p:cNvPicPr>
            <p:nvPr/>
          </p:nvPicPr>
          <p:blipFill>
            <a:blip r:embed="rId2">
              <a:alphaModFix amt="40000"/>
            </a:blip>
            <a:stretch>
              <a:fillRect/>
            </a:stretch>
          </p:blipFill>
          <p:spPr>
            <a:xfrm>
              <a:off x="-1" y="0"/>
              <a:ext cx="576057" cy="5760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" name="직선 연결선[R] 6"/>
            <p:cNvSpPr/>
            <p:nvPr/>
          </p:nvSpPr>
          <p:spPr>
            <a:xfrm flipH="1">
              <a:off x="654414" y="81170"/>
              <a:ext cx="1" cy="397071"/>
            </a:xfrm>
            <a:prstGeom prst="line">
              <a:avLst/>
            </a:prstGeom>
            <a:noFill/>
            <a:ln w="6350" cap="flat">
              <a:solidFill>
                <a:srgbClr val="FFFFFF">
                  <a:alpha val="24000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2" name="선"/>
          <p:cNvSpPr/>
          <p:nvPr userDrawn="1"/>
        </p:nvSpPr>
        <p:spPr>
          <a:xfrm>
            <a:off x="3100074" y="3719191"/>
            <a:ext cx="5991852" cy="1"/>
          </a:xfrm>
          <a:prstGeom prst="line">
            <a:avLst/>
          </a:prstGeom>
          <a:ln w="12700">
            <a:solidFill>
              <a:srgbClr val="FFFFFF">
                <a:alpha val="21000"/>
              </a:srgbClr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740115" y="3959794"/>
            <a:ext cx="4711770" cy="406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60000"/>
              </a:lnSpc>
              <a:spcBef>
                <a:spcPts val="1200"/>
              </a:spcBef>
              <a:buClrTx/>
              <a:buSzTx/>
              <a:buFontTx/>
              <a:buNone/>
              <a:defRPr sz="150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1pPr>
            <a:lvl2pPr marL="228600" indent="0" algn="ctr">
              <a:lnSpc>
                <a:spcPct val="60000"/>
              </a:lnSpc>
              <a:spcBef>
                <a:spcPts val="1200"/>
              </a:spcBef>
              <a:buClrTx/>
              <a:buFontTx/>
              <a:buNone/>
              <a:defRPr sz="150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2pPr>
            <a:lvl3pPr marL="457200" indent="0" algn="ctr">
              <a:lnSpc>
                <a:spcPct val="60000"/>
              </a:lnSpc>
              <a:spcBef>
                <a:spcPts val="1200"/>
              </a:spcBef>
              <a:buClrTx/>
              <a:buFontTx/>
              <a:buNone/>
              <a:defRPr sz="150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3pPr>
            <a:lvl4pPr marL="685800" indent="0" algn="ctr">
              <a:lnSpc>
                <a:spcPct val="60000"/>
              </a:lnSpc>
              <a:spcBef>
                <a:spcPts val="1200"/>
              </a:spcBef>
              <a:buClrTx/>
              <a:buFontTx/>
              <a:buNone/>
              <a:defRPr sz="150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4pPr>
            <a:lvl5pPr algn="ctr">
              <a:lnSpc>
                <a:spcPct val="60000"/>
              </a:lnSpc>
              <a:spcBef>
                <a:spcPts val="1200"/>
              </a:spcBef>
              <a:buClrTx/>
              <a:buFontTx/>
              <a:defRPr sz="150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5pPr>
          </a:lstStyle>
          <a:p>
            <a:r>
              <a:rPr lang="ko-KR" altLang="en-US" dirty="0"/>
              <a:t>본문 첫 번째 줄</a:t>
            </a:r>
          </a:p>
        </p:txBody>
      </p:sp>
      <p:sp>
        <p:nvSpPr>
          <p:cNvPr id="11" name="Test">
            <a:extLst>
              <a:ext uri="{FF2B5EF4-FFF2-40B4-BE49-F238E27FC236}">
                <a16:creationId xmlns:a16="http://schemas.microsoft.com/office/drawing/2014/main" id="{3DC1D50B-2B16-579A-CB1E-36645CD3A569}"/>
              </a:ext>
            </a:extLst>
          </p:cNvPr>
          <p:cNvSpPr txBox="1">
            <a:spLocks/>
          </p:cNvSpPr>
          <p:nvPr userDrawn="1"/>
        </p:nvSpPr>
        <p:spPr>
          <a:xfrm>
            <a:off x="6028493" y="5935241"/>
            <a:ext cx="1671790" cy="39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맑은 고딕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9pPr>
          </a:lstStyle>
          <a:p>
            <a:pPr hangingPunct="1"/>
            <a:r>
              <a:rPr lang="en" sz="150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COSE 362 </a:t>
            </a:r>
          </a:p>
          <a:p>
            <a:pPr hangingPunct="1"/>
            <a:r>
              <a:rPr lang="en" sz="150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6318501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구분">
    <p:bg>
      <p:bgPr>
        <a:solidFill>
          <a:srgbClr val="124E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AB00E-261D-8F62-4A00-1E24A6A69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32" y="2766218"/>
            <a:ext cx="6555267" cy="1325563"/>
          </a:xfrm>
          <a:prstGeom prst="rect">
            <a:avLst/>
          </a:prstGeom>
        </p:spPr>
        <p:txBody>
          <a:bodyPr anchor="ctr"/>
          <a:lstStyle>
            <a:lvl1pPr>
              <a:defRPr sz="4400">
                <a:solidFill>
                  <a:srgbClr val="EBEFF0"/>
                </a:solidFill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20BB74-FF11-CD15-1906-8FC6DA6836D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7361499" y="3428999"/>
            <a:ext cx="4714544" cy="8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2891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4항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"/>
          <p:cNvSpPr/>
          <p:nvPr/>
        </p:nvSpPr>
        <p:spPr>
          <a:xfrm>
            <a:off x="1" y="-1"/>
            <a:ext cx="3776285" cy="6858001"/>
          </a:xfrm>
          <a:prstGeom prst="rect">
            <a:avLst/>
          </a:prstGeom>
          <a:solidFill>
            <a:srgbClr val="104853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sp>
        <p:nvSpPr>
          <p:cNvPr id="36" name="텍스트 개체 틀 24"/>
          <p:cNvSpPr>
            <a:spLocks noGrp="1"/>
          </p:cNvSpPr>
          <p:nvPr>
            <p:ph type="body" sz="quarter" idx="24"/>
          </p:nvPr>
        </p:nvSpPr>
        <p:spPr>
          <a:xfrm>
            <a:off x="5181600" y="5871685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37" name="텍스트 개체 틀 24"/>
          <p:cNvSpPr/>
          <p:nvPr/>
        </p:nvSpPr>
        <p:spPr>
          <a:xfrm>
            <a:off x="4490245" y="4184117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38" name="텍스트 개체 틀 24"/>
          <p:cNvSpPr/>
          <p:nvPr/>
        </p:nvSpPr>
        <p:spPr>
          <a:xfrm>
            <a:off x="4490245" y="4768475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9" name="텍스트 개체 틀 24"/>
          <p:cNvSpPr/>
          <p:nvPr/>
        </p:nvSpPr>
        <p:spPr>
          <a:xfrm>
            <a:off x="4490245" y="5333704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40" name="텍스트 개체 틀 24"/>
          <p:cNvSpPr/>
          <p:nvPr/>
        </p:nvSpPr>
        <p:spPr>
          <a:xfrm>
            <a:off x="4490245" y="5898933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41" name="텍스트 개체 틀 24"/>
          <p:cNvSpPr/>
          <p:nvPr userDrawn="1"/>
        </p:nvSpPr>
        <p:spPr>
          <a:xfrm>
            <a:off x="9128216" y="632566"/>
            <a:ext cx="2485921" cy="75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 lnSpcReduction="10000"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4200" b="1">
                <a:solidFill>
                  <a:srgbClr val="455766">
                    <a:alpha val="70000"/>
                  </a:srgbClr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4" name="텍스트 개체 틀 24"/>
          <p:cNvSpPr/>
          <p:nvPr userDrawn="1"/>
        </p:nvSpPr>
        <p:spPr>
          <a:xfrm>
            <a:off x="302679" y="5865036"/>
            <a:ext cx="3245591" cy="46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/>
          <a:p>
            <a:pPr algn="l">
              <a:lnSpc>
                <a:spcPct val="20000"/>
              </a:lnSpc>
              <a:spcBef>
                <a:spcPts val="1400"/>
              </a:spcBef>
              <a:defRPr sz="1200">
                <a:solidFill>
                  <a:srgbClr val="7A9097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endParaRPr spc="-20" baseline="0" dirty="0">
              <a:solidFill>
                <a:srgbClr val="7A9098"/>
              </a:solidFill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5" name="선"/>
          <p:cNvSpPr/>
          <p:nvPr/>
        </p:nvSpPr>
        <p:spPr>
          <a:xfrm>
            <a:off x="5130800" y="4398169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선"/>
          <p:cNvSpPr/>
          <p:nvPr/>
        </p:nvSpPr>
        <p:spPr>
          <a:xfrm>
            <a:off x="5130800" y="4984375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선"/>
          <p:cNvSpPr/>
          <p:nvPr/>
        </p:nvSpPr>
        <p:spPr>
          <a:xfrm>
            <a:off x="5130800" y="5545181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선"/>
          <p:cNvSpPr/>
          <p:nvPr/>
        </p:nvSpPr>
        <p:spPr>
          <a:xfrm>
            <a:off x="5130800" y="6112985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그림 4" descr="그림 4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86229" y="295848"/>
            <a:ext cx="576056" cy="576057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직선 연결선[R] 6"/>
          <p:cNvSpPr/>
          <p:nvPr/>
        </p:nvSpPr>
        <p:spPr>
          <a:xfrm>
            <a:off x="940643" y="377019"/>
            <a:ext cx="1" cy="397071"/>
          </a:xfrm>
          <a:prstGeom prst="line">
            <a:avLst/>
          </a:prstGeom>
          <a:ln w="6350">
            <a:solidFill>
              <a:srgbClr val="FFFFFF">
                <a:alpha val="24000"/>
              </a:srgbClr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" name="텍스트 개체 틀 24">
            <a:extLst>
              <a:ext uri="{FF2B5EF4-FFF2-40B4-BE49-F238E27FC236}">
                <a16:creationId xmlns:a16="http://schemas.microsoft.com/office/drawing/2014/main" id="{B0EDEDEE-EBF1-F83B-36FD-878851B20C1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81600" y="5315516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8" name="텍스트 개체 틀 24">
            <a:extLst>
              <a:ext uri="{FF2B5EF4-FFF2-40B4-BE49-F238E27FC236}">
                <a16:creationId xmlns:a16="http://schemas.microsoft.com/office/drawing/2014/main" id="{A8681D97-78B8-40E0-2FF4-3091581A79C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1600" y="4749187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9" name="텍스트 개체 틀 24">
            <a:extLst>
              <a:ext uri="{FF2B5EF4-FFF2-40B4-BE49-F238E27FC236}">
                <a16:creationId xmlns:a16="http://schemas.microsoft.com/office/drawing/2014/main" id="{31F2AE75-4541-35C7-0A4A-5D530F116F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1600" y="4169568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ea typeface="Noto Sans CJK KR" panose="020B0500000000000000" pitchFamily="34" charset="-128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D8A4DC-89FC-1548-1E87-145919EE6C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8929" y="4868139"/>
            <a:ext cx="2408414" cy="2618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7A9098"/>
                </a:solidFill>
              </a:defRPr>
            </a:lvl1pPr>
          </a:lstStyle>
          <a:p>
            <a:pPr lvl="0"/>
            <a:r>
              <a:rPr kumimoji="1" lang="en-US" altLang="ko-KR" dirty="0"/>
              <a:t>Name</a:t>
            </a:r>
            <a:endParaRPr kumimoji="1" lang="ko-KR" altLang="en-US" dirty="0"/>
          </a:p>
        </p:txBody>
      </p:sp>
      <p:sp>
        <p:nvSpPr>
          <p:cNvPr id="3" name="Test">
            <a:extLst>
              <a:ext uri="{FF2B5EF4-FFF2-40B4-BE49-F238E27FC236}">
                <a16:creationId xmlns:a16="http://schemas.microsoft.com/office/drawing/2014/main" id="{ADFCB71A-A9A7-5488-2918-694109AA3F0A}"/>
              </a:ext>
            </a:extLst>
          </p:cNvPr>
          <p:cNvSpPr txBox="1">
            <a:spLocks/>
          </p:cNvSpPr>
          <p:nvPr userDrawn="1"/>
        </p:nvSpPr>
        <p:spPr>
          <a:xfrm>
            <a:off x="1118159" y="377019"/>
            <a:ext cx="1671790" cy="39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맑은 고딕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9pPr>
          </a:lstStyle>
          <a:p>
            <a:pPr hangingPunct="1"/>
            <a:r>
              <a:rPr lang="en" sz="150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COSE 362 </a:t>
            </a:r>
          </a:p>
          <a:p>
            <a:pPr hangingPunct="1"/>
            <a:r>
              <a:rPr lang="en" sz="150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17451411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6항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텍스트 개체 틀 24"/>
          <p:cNvSpPr>
            <a:spLocks noGrp="1"/>
          </p:cNvSpPr>
          <p:nvPr>
            <p:ph type="body" sz="quarter" idx="24"/>
          </p:nvPr>
        </p:nvSpPr>
        <p:spPr>
          <a:xfrm>
            <a:off x="5181600" y="5871685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/>
          </a:p>
        </p:txBody>
      </p:sp>
      <p:sp>
        <p:nvSpPr>
          <p:cNvPr id="64" name="텍스트 개체 틀 24"/>
          <p:cNvSpPr/>
          <p:nvPr/>
        </p:nvSpPr>
        <p:spPr>
          <a:xfrm>
            <a:off x="4490245" y="4184117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텍스트 개체 틀 24"/>
          <p:cNvSpPr/>
          <p:nvPr/>
        </p:nvSpPr>
        <p:spPr>
          <a:xfrm>
            <a:off x="4490245" y="4768475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텍스트 개체 틀 24"/>
          <p:cNvSpPr/>
          <p:nvPr/>
        </p:nvSpPr>
        <p:spPr>
          <a:xfrm>
            <a:off x="4490245" y="5333704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텍스트 개체 틀 24"/>
          <p:cNvSpPr/>
          <p:nvPr/>
        </p:nvSpPr>
        <p:spPr>
          <a:xfrm>
            <a:off x="4490245" y="5898933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텍스트 개체 틀 24"/>
          <p:cNvSpPr/>
          <p:nvPr userDrawn="1"/>
        </p:nvSpPr>
        <p:spPr>
          <a:xfrm>
            <a:off x="9128215" y="632566"/>
            <a:ext cx="2485921" cy="753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 lnSpcReduction="10000"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4200" b="1">
                <a:solidFill>
                  <a:srgbClr val="455766">
                    <a:alpha val="70000"/>
                  </a:srgbClr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69" name="선"/>
          <p:cNvSpPr/>
          <p:nvPr/>
        </p:nvSpPr>
        <p:spPr>
          <a:xfrm>
            <a:off x="5130800" y="4398169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선"/>
          <p:cNvSpPr/>
          <p:nvPr/>
        </p:nvSpPr>
        <p:spPr>
          <a:xfrm>
            <a:off x="5130800" y="4984375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선"/>
          <p:cNvSpPr/>
          <p:nvPr/>
        </p:nvSpPr>
        <p:spPr>
          <a:xfrm>
            <a:off x="5130800" y="5545181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선"/>
          <p:cNvSpPr/>
          <p:nvPr/>
        </p:nvSpPr>
        <p:spPr>
          <a:xfrm>
            <a:off x="5130800" y="6112985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텍스트 개체 틀 24"/>
          <p:cNvSpPr/>
          <p:nvPr/>
        </p:nvSpPr>
        <p:spPr>
          <a:xfrm>
            <a:off x="4490245" y="3599758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선"/>
          <p:cNvSpPr/>
          <p:nvPr/>
        </p:nvSpPr>
        <p:spPr>
          <a:xfrm>
            <a:off x="5130800" y="3813810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텍스트 개체 틀 24">
            <a:extLst>
              <a:ext uri="{FF2B5EF4-FFF2-40B4-BE49-F238E27FC236}">
                <a16:creationId xmlns:a16="http://schemas.microsoft.com/office/drawing/2014/main" id="{9A17B42F-8A54-364D-7D84-AFC635A85E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181600" y="5317659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8" name="텍스트 개체 틀 24">
            <a:extLst>
              <a:ext uri="{FF2B5EF4-FFF2-40B4-BE49-F238E27FC236}">
                <a16:creationId xmlns:a16="http://schemas.microsoft.com/office/drawing/2014/main" id="{807121FE-5800-0829-949C-2E1A11B8FD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1600" y="4755150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/>
          </a:p>
        </p:txBody>
      </p:sp>
      <p:sp>
        <p:nvSpPr>
          <p:cNvPr id="9" name="텍스트 개체 틀 24">
            <a:extLst>
              <a:ext uri="{FF2B5EF4-FFF2-40B4-BE49-F238E27FC236}">
                <a16:creationId xmlns:a16="http://schemas.microsoft.com/office/drawing/2014/main" id="{A9631BC8-D0B0-F5F9-D198-DF49CC2A109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1600" y="4164398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/>
          </a:p>
        </p:txBody>
      </p:sp>
      <p:sp>
        <p:nvSpPr>
          <p:cNvPr id="10" name="텍스트 개체 틀 24">
            <a:extLst>
              <a:ext uri="{FF2B5EF4-FFF2-40B4-BE49-F238E27FC236}">
                <a16:creationId xmlns:a16="http://schemas.microsoft.com/office/drawing/2014/main" id="{83F617C5-CA8C-F6B1-5DF5-5D8D7C24B5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1600" y="3583988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2" name="텍스트 개체 틀 24">
            <a:extLst>
              <a:ext uri="{FF2B5EF4-FFF2-40B4-BE49-F238E27FC236}">
                <a16:creationId xmlns:a16="http://schemas.microsoft.com/office/drawing/2014/main" id="{70C5A7E8-05C6-0686-C88A-A43BBD4EF03F}"/>
              </a:ext>
            </a:extLst>
          </p:cNvPr>
          <p:cNvSpPr/>
          <p:nvPr userDrawn="1"/>
        </p:nvSpPr>
        <p:spPr>
          <a:xfrm>
            <a:off x="4490245" y="3027386"/>
            <a:ext cx="508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algn="r">
              <a:lnSpc>
                <a:spcPct val="120000"/>
              </a:lnSpc>
              <a:spcBef>
                <a:spcPts val="2000"/>
              </a:spcBef>
              <a:defRPr sz="1400">
                <a:ln w="6350" cap="flat">
                  <a:solidFill>
                    <a:srgbClr val="224752"/>
                  </a:solidFill>
                  <a:prstDash val="solid"/>
                  <a:miter lim="400000"/>
                </a:ln>
                <a:solidFill>
                  <a:srgbClr val="FEFFFE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3" name="선">
            <a:extLst>
              <a:ext uri="{FF2B5EF4-FFF2-40B4-BE49-F238E27FC236}">
                <a16:creationId xmlns:a16="http://schemas.microsoft.com/office/drawing/2014/main" id="{ED3F23C8-2EF5-9EC5-DE7D-1F61FB2180B6}"/>
              </a:ext>
            </a:extLst>
          </p:cNvPr>
          <p:cNvSpPr/>
          <p:nvPr userDrawn="1"/>
        </p:nvSpPr>
        <p:spPr>
          <a:xfrm>
            <a:off x="5130800" y="3241438"/>
            <a:ext cx="762001" cy="1"/>
          </a:xfrm>
          <a:prstGeom prst="line">
            <a:avLst/>
          </a:prstGeom>
          <a:ln>
            <a:solidFill>
              <a:srgbClr val="91A4A9">
                <a:alpha val="60000"/>
              </a:srgb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텍스트 개체 틀 24">
            <a:extLst>
              <a:ext uri="{FF2B5EF4-FFF2-40B4-BE49-F238E27FC236}">
                <a16:creationId xmlns:a16="http://schemas.microsoft.com/office/drawing/2014/main" id="{EA7BF47C-AC93-BA08-E3FA-8D01F381D48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81600" y="3011616"/>
            <a:ext cx="6350000" cy="457201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r">
              <a:buClrTx/>
              <a:buSzTx/>
              <a:buFontTx/>
              <a:buNone/>
              <a:defRPr sz="1800" b="1">
                <a:solidFill>
                  <a:srgbClr val="465867"/>
                </a:solidFill>
              </a:defRPr>
            </a:pPr>
            <a:endParaRPr dirty="0"/>
          </a:p>
        </p:txBody>
      </p:sp>
      <p:sp>
        <p:nvSpPr>
          <p:cNvPr id="11" name="직사각형">
            <a:extLst>
              <a:ext uri="{FF2B5EF4-FFF2-40B4-BE49-F238E27FC236}">
                <a16:creationId xmlns:a16="http://schemas.microsoft.com/office/drawing/2014/main" id="{E94BD70F-03B8-CDF7-3490-31EB485BFF55}"/>
              </a:ext>
            </a:extLst>
          </p:cNvPr>
          <p:cNvSpPr/>
          <p:nvPr userDrawn="1"/>
        </p:nvSpPr>
        <p:spPr>
          <a:xfrm>
            <a:off x="1" y="-1"/>
            <a:ext cx="3776285" cy="6858001"/>
          </a:xfrm>
          <a:prstGeom prst="rect">
            <a:avLst/>
          </a:prstGeom>
          <a:solidFill>
            <a:srgbClr val="104853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맑은 고딕"/>
                <a:ea typeface="맑은 고딕"/>
                <a:cs typeface="맑은 고딕"/>
                <a:sym typeface="맑은 고딕"/>
              </a:defRPr>
            </a:pPr>
            <a:endParaRPr dirty="0"/>
          </a:p>
        </p:txBody>
      </p:sp>
      <p:pic>
        <p:nvPicPr>
          <p:cNvPr id="16" name="그림 4" descr="그림 4">
            <a:extLst>
              <a:ext uri="{FF2B5EF4-FFF2-40B4-BE49-F238E27FC236}">
                <a16:creationId xmlns:a16="http://schemas.microsoft.com/office/drawing/2014/main" id="{7B0E553A-99E3-5786-45AF-A89444FE3A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86229" y="295848"/>
            <a:ext cx="576056" cy="57605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직선 연결선[R] 6">
            <a:extLst>
              <a:ext uri="{FF2B5EF4-FFF2-40B4-BE49-F238E27FC236}">
                <a16:creationId xmlns:a16="http://schemas.microsoft.com/office/drawing/2014/main" id="{D0CB7A74-991C-D3A0-D8A5-E095E861B0BE}"/>
              </a:ext>
            </a:extLst>
          </p:cNvPr>
          <p:cNvSpPr/>
          <p:nvPr userDrawn="1"/>
        </p:nvSpPr>
        <p:spPr>
          <a:xfrm>
            <a:off x="940643" y="377019"/>
            <a:ext cx="1" cy="397071"/>
          </a:xfrm>
          <a:prstGeom prst="line">
            <a:avLst/>
          </a:prstGeom>
          <a:ln w="6350">
            <a:solidFill>
              <a:srgbClr val="FFFFFF">
                <a:alpha val="24000"/>
              </a:srgbClr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8" name="텍스트 개체 틀 24">
            <a:extLst>
              <a:ext uri="{FF2B5EF4-FFF2-40B4-BE49-F238E27FC236}">
                <a16:creationId xmlns:a16="http://schemas.microsoft.com/office/drawing/2014/main" id="{151F5C18-EB81-9586-3708-9B25E8FED06D}"/>
              </a:ext>
            </a:extLst>
          </p:cNvPr>
          <p:cNvSpPr/>
          <p:nvPr userDrawn="1"/>
        </p:nvSpPr>
        <p:spPr>
          <a:xfrm>
            <a:off x="302679" y="5865036"/>
            <a:ext cx="3245591" cy="46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/>
          <a:p>
            <a:pPr algn="l">
              <a:lnSpc>
                <a:spcPct val="20000"/>
              </a:lnSpc>
              <a:spcBef>
                <a:spcPts val="1400"/>
              </a:spcBef>
              <a:defRPr sz="1200">
                <a:solidFill>
                  <a:srgbClr val="7A9097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pc="-20" baseline="0" dirty="0">
                <a:latin typeface="Arial" panose="020B0604020202020204" pitchFamily="34" charset="0"/>
                <a:cs typeface="Arial" panose="020B0604020202020204" pitchFamily="34" charset="0"/>
              </a:rPr>
              <a:t>Data and Adaptive Intelligence Systems Lab</a:t>
            </a:r>
            <a:endParaRPr i="1" spc="-2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20000"/>
              </a:lnSpc>
              <a:spcBef>
                <a:spcPts val="1400"/>
              </a:spcBef>
              <a:defRPr sz="1200" i="1">
                <a:solidFill>
                  <a:srgbClr val="7A9097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pc="-20" baseline="0" dirty="0">
                <a:solidFill>
                  <a:srgbClr val="7A909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https://dais.korea.ac.kr</a:t>
            </a:r>
          </a:p>
        </p:txBody>
      </p:sp>
      <p:sp>
        <p:nvSpPr>
          <p:cNvPr id="19" name="텍스트 개체 틀 5">
            <a:extLst>
              <a:ext uri="{FF2B5EF4-FFF2-40B4-BE49-F238E27FC236}">
                <a16:creationId xmlns:a16="http://schemas.microsoft.com/office/drawing/2014/main" id="{B784F188-DA35-B924-93B4-C25D439B95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8929" y="4868139"/>
            <a:ext cx="2408414" cy="2618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7A9098"/>
                </a:solidFill>
              </a:defRPr>
            </a:lvl1pPr>
          </a:lstStyle>
          <a:p>
            <a:pPr lvl="0"/>
            <a:r>
              <a:rPr kumimoji="1" lang="en-US" altLang="ko-KR" dirty="0"/>
              <a:t>Name</a:t>
            </a:r>
            <a:endParaRPr kumimoji="1" lang="ko-KR" altLang="en-US" dirty="0"/>
          </a:p>
        </p:txBody>
      </p:sp>
      <p:sp>
        <p:nvSpPr>
          <p:cNvPr id="20" name="텍스트 개체 틀 5">
            <a:extLst>
              <a:ext uri="{FF2B5EF4-FFF2-40B4-BE49-F238E27FC236}">
                <a16:creationId xmlns:a16="http://schemas.microsoft.com/office/drawing/2014/main" id="{ADCABEA3-456E-1594-DC9C-825D7B3C47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8929" y="5157794"/>
            <a:ext cx="2408414" cy="2163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7A9098"/>
                </a:solidFill>
              </a:defRPr>
            </a:lvl1pPr>
          </a:lstStyle>
          <a:p>
            <a:pPr lvl="0"/>
            <a:r>
              <a:rPr kumimoji="1" lang="en-US" altLang="ko-KR" dirty="0"/>
              <a:t>Position, Korea University</a:t>
            </a:r>
            <a:endParaRPr kumimoji="1" lang="ko-KR" altLang="en-US" dirty="0"/>
          </a:p>
        </p:txBody>
      </p:sp>
      <p:sp>
        <p:nvSpPr>
          <p:cNvPr id="21" name="텍스트 개체 틀 5">
            <a:extLst>
              <a:ext uri="{FF2B5EF4-FFF2-40B4-BE49-F238E27FC236}">
                <a16:creationId xmlns:a16="http://schemas.microsoft.com/office/drawing/2014/main" id="{A9AA3126-E5B5-66BD-F864-8D56028247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8928" y="5390654"/>
            <a:ext cx="3171247" cy="2163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7A9098"/>
                </a:solidFill>
              </a:defRPr>
            </a:lvl1pPr>
          </a:lstStyle>
          <a:p>
            <a:pPr lvl="0"/>
            <a:r>
              <a:rPr kumimoji="1" lang="en-US" altLang="ko-KR" dirty="0" err="1"/>
              <a:t>email@korea.ac.kr</a:t>
            </a:r>
            <a:endParaRPr kumimoji="1" lang="ko-KR" altLang="en-US" dirty="0"/>
          </a:p>
        </p:txBody>
      </p:sp>
      <p:sp>
        <p:nvSpPr>
          <p:cNvPr id="23" name="Test">
            <a:extLst>
              <a:ext uri="{FF2B5EF4-FFF2-40B4-BE49-F238E27FC236}">
                <a16:creationId xmlns:a16="http://schemas.microsoft.com/office/drawing/2014/main" id="{01A0E223-227D-F5C0-F885-4BDD120D60C1}"/>
              </a:ext>
            </a:extLst>
          </p:cNvPr>
          <p:cNvSpPr txBox="1">
            <a:spLocks/>
          </p:cNvSpPr>
          <p:nvPr userDrawn="1"/>
        </p:nvSpPr>
        <p:spPr>
          <a:xfrm>
            <a:off x="1118159" y="377019"/>
            <a:ext cx="1671790" cy="39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맑은 고딕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9pPr>
          </a:lstStyle>
          <a:p>
            <a:pPr hangingPunct="1"/>
            <a:r>
              <a:rPr lang="en" sz="105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COSE 362 </a:t>
            </a:r>
          </a:p>
          <a:p>
            <a:pPr hangingPunct="1"/>
            <a:r>
              <a:rPr lang="en" sz="105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4085679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0">
            <a:extLst>
              <a:ext uri="{FF2B5EF4-FFF2-40B4-BE49-F238E27FC236}">
                <a16:creationId xmlns:a16="http://schemas.microsoft.com/office/drawing/2014/main" id="{ACECFEEB-4993-97C2-44F7-9E4A4D4B5EE4}"/>
              </a:ext>
            </a:extLst>
          </p:cNvPr>
          <p:cNvSpPr/>
          <p:nvPr userDrawn="1"/>
        </p:nvSpPr>
        <p:spPr>
          <a:xfrm>
            <a:off x="336295" y="409573"/>
            <a:ext cx="105818" cy="273052"/>
          </a:xfrm>
          <a:prstGeom prst="rect">
            <a:avLst/>
          </a:prstGeom>
          <a:solidFill>
            <a:srgbClr val="214752">
              <a:alpha val="60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224751"/>
                </a:solidFill>
                <a:latin typeface="나눔바른고딕OTF"/>
                <a:ea typeface="나눔바른고딕OTF"/>
                <a:cs typeface="나눔바른고딕OTF"/>
                <a:sym typeface="나눔바른고딕OTF"/>
              </a:defRPr>
            </a:pPr>
            <a:endParaRPr/>
          </a:p>
        </p:txBody>
      </p:sp>
      <p:sp>
        <p:nvSpPr>
          <p:cNvPr id="3" name="선">
            <a:extLst>
              <a:ext uri="{FF2B5EF4-FFF2-40B4-BE49-F238E27FC236}">
                <a16:creationId xmlns:a16="http://schemas.microsoft.com/office/drawing/2014/main" id="{B54D74D7-1A7B-44D0-D714-368FF64FE7BD}"/>
              </a:ext>
            </a:extLst>
          </p:cNvPr>
          <p:cNvSpPr/>
          <p:nvPr userDrawn="1"/>
        </p:nvSpPr>
        <p:spPr>
          <a:xfrm>
            <a:off x="3060070" y="6647005"/>
            <a:ext cx="8560429" cy="7942"/>
          </a:xfrm>
          <a:prstGeom prst="line">
            <a:avLst/>
          </a:prstGeom>
          <a:ln w="6350">
            <a:solidFill>
              <a:srgbClr val="799197">
                <a:alpha val="20000"/>
              </a:srgbClr>
            </a:solidFill>
            <a:miter/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4" name="선">
            <a:extLst>
              <a:ext uri="{FF2B5EF4-FFF2-40B4-BE49-F238E27FC236}">
                <a16:creationId xmlns:a16="http://schemas.microsoft.com/office/drawing/2014/main" id="{22DDB6D3-A2D9-5A54-C789-1546965132F9}"/>
              </a:ext>
            </a:extLst>
          </p:cNvPr>
          <p:cNvSpPr/>
          <p:nvPr userDrawn="1"/>
        </p:nvSpPr>
        <p:spPr>
          <a:xfrm flipV="1">
            <a:off x="1403350" y="6602030"/>
            <a:ext cx="2" cy="118534"/>
          </a:xfrm>
          <a:prstGeom prst="line">
            <a:avLst/>
          </a:prstGeom>
          <a:ln w="6350">
            <a:solidFill>
              <a:srgbClr val="7E9096">
                <a:alpha val="31500"/>
              </a:srgbClr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" name="Test">
            <a:extLst>
              <a:ext uri="{FF2B5EF4-FFF2-40B4-BE49-F238E27FC236}">
                <a16:creationId xmlns:a16="http://schemas.microsoft.com/office/drawing/2014/main" id="{543C8827-1771-012A-9B21-C22F2E2931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46100" y="210996"/>
            <a:ext cx="10985500" cy="679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rPr dirty="0"/>
              <a:t>Test</a:t>
            </a:r>
          </a:p>
        </p:txBody>
      </p:sp>
      <p:sp>
        <p:nvSpPr>
          <p:cNvPr id="7" name="슬라이드 번호">
            <a:extLst>
              <a:ext uri="{FF2B5EF4-FFF2-40B4-BE49-F238E27FC236}">
                <a16:creationId xmlns:a16="http://schemas.microsoft.com/office/drawing/2014/main" id="{06E20DF7-4670-039A-24F0-9A18D9ED96C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09437" y="6585094"/>
            <a:ext cx="141263" cy="152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1000" spc="-50">
                <a:solidFill>
                  <a:srgbClr val="799197">
                    <a:alpha val="70000"/>
                  </a:srgbClr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맑은 고딕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8" name="고려대_로고.png" descr="고려대_로고.png">
            <a:extLst>
              <a:ext uri="{FF2B5EF4-FFF2-40B4-BE49-F238E27FC236}">
                <a16:creationId xmlns:a16="http://schemas.microsoft.com/office/drawing/2014/main" id="{9F7C0DD2-3D15-CFBA-0DE5-F000A270D9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65100" y="6261100"/>
            <a:ext cx="1854200" cy="772584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8367D96E-AE26-44A2-E14B-20319199C2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3" y="1168360"/>
            <a:ext cx="11201400" cy="5100637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ko-KR" dirty="0"/>
              <a:t>Level 1</a:t>
            </a:r>
            <a:endParaRPr kumimoji="1" lang="ko-KR" altLang="en-US" dirty="0"/>
          </a:p>
          <a:p>
            <a:pPr lvl="1"/>
            <a:r>
              <a:rPr kumimoji="1" lang="en-US" altLang="ko-KR" dirty="0"/>
              <a:t>Level 2</a:t>
            </a:r>
            <a:endParaRPr kumimoji="1" lang="ko-KR" altLang="en-US" dirty="0"/>
          </a:p>
          <a:p>
            <a:pPr lvl="2"/>
            <a:r>
              <a:rPr kumimoji="1" lang="en-US" altLang="ko-KR" dirty="0"/>
              <a:t>Level 3</a:t>
            </a:r>
            <a:endParaRPr kumimoji="1" lang="ko-KR" altLang="en-US" dirty="0"/>
          </a:p>
          <a:p>
            <a:pPr lvl="3"/>
            <a:r>
              <a:rPr kumimoji="1" lang="en-US" altLang="ko-KR" dirty="0"/>
              <a:t>Level 4</a:t>
            </a:r>
            <a:endParaRPr kumimoji="1" lang="ko-KR" altLang="en-US" dirty="0"/>
          </a:p>
        </p:txBody>
      </p:sp>
      <p:sp>
        <p:nvSpPr>
          <p:cNvPr id="5" name="Test">
            <a:extLst>
              <a:ext uri="{FF2B5EF4-FFF2-40B4-BE49-F238E27FC236}">
                <a16:creationId xmlns:a16="http://schemas.microsoft.com/office/drawing/2014/main" id="{325EC215-72E8-5BFA-8E09-543925D5D9AC}"/>
              </a:ext>
            </a:extLst>
          </p:cNvPr>
          <p:cNvSpPr txBox="1">
            <a:spLocks/>
          </p:cNvSpPr>
          <p:nvPr userDrawn="1"/>
        </p:nvSpPr>
        <p:spPr>
          <a:xfrm>
            <a:off x="1456679" y="6531378"/>
            <a:ext cx="1671790" cy="247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  <a:sym typeface="맑은 고딕"/>
              </a:defRPr>
            </a:lvl1pPr>
            <a:lvl2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5pPr>
            <a:lvl6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6pPr>
            <a:lvl7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7pPr>
            <a:lvl8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8pPr>
            <a:lvl9pPr marL="0" marR="0" indent="0" algn="l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solidFill>
                  <a:srgbClr val="224752"/>
                </a:solidFill>
                <a:uFillTx/>
                <a:latin typeface="맑은 고딕"/>
                <a:ea typeface="맑은 고딕"/>
                <a:cs typeface="맑은 고딕"/>
                <a:sym typeface="맑은 고딕"/>
              </a:defRPr>
            </a:lvl9pPr>
          </a:lstStyle>
          <a:p>
            <a:pPr hangingPunct="1"/>
            <a:r>
              <a:rPr lang="en" sz="900" dirty="0">
                <a:solidFill>
                  <a:srgbClr val="BCC9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COSE 362 Machine Learning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5" r:id="rId3"/>
    <p:sldLayoutId id="2147483658" r:id="rId4"/>
    <p:sldLayoutId id="2147483653" r:id="rId5"/>
  </p:sldLayoutIdLst>
  <p:transition spd="med"/>
  <p:hf hdr="0" ftr="0" dt="0"/>
  <p:txStyles>
    <p:titleStyle>
      <a:lvl1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Arial" panose="020B0604020202020204" pitchFamily="34" charset="0"/>
          <a:ea typeface="맑은 고딕"/>
          <a:cs typeface="Arial" panose="020B0604020202020204" pitchFamily="34" charset="0"/>
          <a:sym typeface="맑은 고딕"/>
        </a:defRPr>
      </a:lvl1pPr>
      <a:lvl2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2pPr>
      <a:lvl3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3pPr>
      <a:lvl4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4pPr>
      <a:lvl5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5pPr>
      <a:lvl6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6pPr>
      <a:lvl7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7pPr>
      <a:lvl8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8pPr>
      <a:lvl9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224752"/>
          </a:solidFill>
          <a:uFillTx/>
          <a:latin typeface="맑은 고딕"/>
          <a:ea typeface="맑은 고딕"/>
          <a:cs typeface="맑은 고딕"/>
          <a:sym typeface="맑은 고딕"/>
        </a:defRPr>
      </a:lvl9pPr>
    </p:titleStyle>
    <p:bodyStyle>
      <a:lvl1pPr marL="324000" marR="0" indent="-324000" algn="l" defTabSz="914400" latinLnBrk="0">
        <a:lnSpc>
          <a:spcPct val="100000"/>
        </a:lnSpc>
        <a:spcBef>
          <a:spcPts val="2000"/>
        </a:spcBef>
        <a:spcAft>
          <a:spcPts val="0"/>
        </a:spcAft>
        <a:buClr>
          <a:srgbClr val="222D29">
            <a:alpha val="90262"/>
          </a:srgbClr>
        </a:buClr>
        <a:buSzPct val="90000"/>
        <a:buFont typeface="Helvetica"/>
        <a:buChar char="❑"/>
        <a:tabLst/>
        <a:defRPr sz="2200" b="0" i="0" u="none" strike="noStrike" cap="none" spc="0" baseline="0">
          <a:solidFill>
            <a:srgbClr val="2D3432"/>
          </a:solidFill>
          <a:uFillTx/>
          <a:latin typeface="Arial" panose="020B0604020202020204" pitchFamily="34" charset="0"/>
          <a:ea typeface="맑은 고딕"/>
          <a:cs typeface="Arial" panose="020B0604020202020204" pitchFamily="34" charset="0"/>
          <a:sym typeface="맑은 고딕"/>
        </a:defRPr>
      </a:lvl1pPr>
      <a:lvl2pPr marL="432000" marR="0" indent="-216000" algn="l" defTabSz="914400" latinLnBrk="0">
        <a:lnSpc>
          <a:spcPct val="100000"/>
        </a:lnSpc>
        <a:spcBef>
          <a:spcPts val="1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▪"/>
        <a:tabLst/>
        <a:defRPr sz="2000" b="0" i="0" u="none" strike="noStrike" cap="none" spc="0" baseline="0">
          <a:solidFill>
            <a:srgbClr val="2D3432"/>
          </a:solidFill>
          <a:uFillTx/>
          <a:latin typeface="Arial" panose="020B0604020202020204" pitchFamily="34" charset="0"/>
          <a:ea typeface="맑은 고딕"/>
          <a:cs typeface="Arial" panose="020B0604020202020204" pitchFamily="34" charset="0"/>
          <a:sym typeface="맑은 고딕"/>
        </a:defRPr>
      </a:lvl2pPr>
      <a:lvl3pPr marL="756000" marR="0" indent="-252000" algn="l" defTabSz="914400" latinLnBrk="0">
        <a:lnSpc>
          <a:spcPct val="100000"/>
        </a:lnSpc>
        <a:spcBef>
          <a:spcPts val="1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•"/>
        <a:tabLst/>
        <a:defRPr sz="1800" b="0" i="0" u="none" strike="noStrike" cap="none" spc="0" baseline="0">
          <a:solidFill>
            <a:srgbClr val="2D3432"/>
          </a:solidFill>
          <a:uFillTx/>
          <a:latin typeface="Arial" panose="020B0604020202020204" pitchFamily="34" charset="0"/>
          <a:ea typeface="맑은 고딕"/>
          <a:cs typeface="Arial" panose="020B0604020202020204" pitchFamily="34" charset="0"/>
          <a:sym typeface="맑은 고딕"/>
        </a:defRPr>
      </a:lvl3pPr>
      <a:lvl4pPr marL="972000" marR="0" indent="-324000" algn="l" defTabSz="914400" latinLnBrk="0">
        <a:lnSpc>
          <a:spcPct val="100000"/>
        </a:lnSpc>
        <a:spcBef>
          <a:spcPts val="1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‒"/>
        <a:tabLst/>
        <a:defRPr sz="1600" b="0" i="0" u="none" strike="noStrike" cap="none" spc="0" baseline="0">
          <a:solidFill>
            <a:srgbClr val="2D3432"/>
          </a:solidFill>
          <a:uFillTx/>
          <a:latin typeface="Arial" panose="020B0604020202020204" pitchFamily="34" charset="0"/>
          <a:ea typeface="맑은 고딕"/>
          <a:cs typeface="Arial" panose="020B0604020202020204" pitchFamily="34" charset="0"/>
          <a:sym typeface="맑은 고딕"/>
        </a:defRPr>
      </a:lvl4pPr>
      <a:lvl5pPr marL="0" marR="0" indent="0" algn="l" defTabSz="914400" latinLnBrk="0">
        <a:lnSpc>
          <a:spcPct val="120000"/>
        </a:lnSpc>
        <a:spcBef>
          <a:spcPts val="2000"/>
        </a:spcBef>
        <a:spcAft>
          <a:spcPts val="0"/>
        </a:spcAft>
        <a:buClr>
          <a:srgbClr val="222D29">
            <a:alpha val="90262"/>
          </a:srgbClr>
        </a:buClr>
        <a:buSzTx/>
        <a:buFont typeface="Helvetica"/>
        <a:buNone/>
        <a:tabLst/>
        <a:defRPr sz="2200" b="0" i="0" u="none" strike="noStrike" cap="none" spc="0" baseline="0">
          <a:solidFill>
            <a:srgbClr val="2D3432"/>
          </a:solidFill>
          <a:uFillTx/>
          <a:latin typeface="Arial" panose="020B0604020202020204" pitchFamily="34" charset="0"/>
          <a:ea typeface="맑은 고딕"/>
          <a:cs typeface="Arial" panose="020B0604020202020204" pitchFamily="34" charset="0"/>
          <a:sym typeface="맑은 고딕"/>
        </a:defRPr>
      </a:lvl5pPr>
      <a:lvl6pPr marL="2565400" marR="0" indent="-279400" algn="l" defTabSz="914400" latinLnBrk="0">
        <a:lnSpc>
          <a:spcPct val="120000"/>
        </a:lnSpc>
        <a:spcBef>
          <a:spcPts val="2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•"/>
        <a:tabLst/>
        <a:defRPr sz="2200" b="0" i="0" u="none" strike="noStrike" cap="none" spc="0" baseline="0">
          <a:solidFill>
            <a:srgbClr val="2D3432"/>
          </a:solidFill>
          <a:uFillTx/>
          <a:latin typeface="맑은 고딕"/>
          <a:ea typeface="맑은 고딕"/>
          <a:cs typeface="맑은 고딕"/>
          <a:sym typeface="맑은 고딕"/>
        </a:defRPr>
      </a:lvl6pPr>
      <a:lvl7pPr marL="3022600" marR="0" indent="-279400" algn="l" defTabSz="914400" latinLnBrk="0">
        <a:lnSpc>
          <a:spcPct val="120000"/>
        </a:lnSpc>
        <a:spcBef>
          <a:spcPts val="2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•"/>
        <a:tabLst/>
        <a:defRPr sz="2200" b="0" i="0" u="none" strike="noStrike" cap="none" spc="0" baseline="0">
          <a:solidFill>
            <a:srgbClr val="2D3432"/>
          </a:solidFill>
          <a:uFillTx/>
          <a:latin typeface="맑은 고딕"/>
          <a:ea typeface="맑은 고딕"/>
          <a:cs typeface="맑은 고딕"/>
          <a:sym typeface="맑은 고딕"/>
        </a:defRPr>
      </a:lvl7pPr>
      <a:lvl8pPr marL="3479800" marR="0" indent="-279400" algn="l" defTabSz="914400" latinLnBrk="0">
        <a:lnSpc>
          <a:spcPct val="120000"/>
        </a:lnSpc>
        <a:spcBef>
          <a:spcPts val="2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•"/>
        <a:tabLst/>
        <a:defRPr sz="2200" b="0" i="0" u="none" strike="noStrike" cap="none" spc="0" baseline="0">
          <a:solidFill>
            <a:srgbClr val="2D3432"/>
          </a:solidFill>
          <a:uFillTx/>
          <a:latin typeface="맑은 고딕"/>
          <a:ea typeface="맑은 고딕"/>
          <a:cs typeface="맑은 고딕"/>
          <a:sym typeface="맑은 고딕"/>
        </a:defRPr>
      </a:lvl8pPr>
      <a:lvl9pPr marL="3937000" marR="0" indent="-279400" algn="l" defTabSz="914400" latinLnBrk="0">
        <a:lnSpc>
          <a:spcPct val="120000"/>
        </a:lnSpc>
        <a:spcBef>
          <a:spcPts val="2000"/>
        </a:spcBef>
        <a:spcAft>
          <a:spcPts val="0"/>
        </a:spcAft>
        <a:buClr>
          <a:srgbClr val="222D29">
            <a:alpha val="90262"/>
          </a:srgbClr>
        </a:buClr>
        <a:buSzPct val="100000"/>
        <a:buFont typeface="Helvetica"/>
        <a:buChar char="•"/>
        <a:tabLst/>
        <a:defRPr sz="2200" b="0" i="0" u="none" strike="noStrike" cap="none" spc="0" baseline="0">
          <a:solidFill>
            <a:srgbClr val="2D3432"/>
          </a:solidFill>
          <a:uFillTx/>
          <a:latin typeface="맑은 고딕"/>
          <a:ea typeface="맑은 고딕"/>
          <a:cs typeface="맑은 고딕"/>
          <a:sym typeface="맑은 고딕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B19BF-47FA-36B7-F91E-3DB34E52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981199"/>
            <a:ext cx="9387840" cy="1524001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Machine Learning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7302F-9176-CCA5-4537-4BF59CF48C0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2025.12.04</a:t>
            </a:r>
          </a:p>
          <a:p>
            <a:endParaRPr lang="ko-KR" altLang="en-US" dirty="0"/>
          </a:p>
        </p:txBody>
      </p:sp>
      <p:sp>
        <p:nvSpPr>
          <p:cNvPr id="7" name="Susik Yoon…">
            <a:extLst>
              <a:ext uri="{FF2B5EF4-FFF2-40B4-BE49-F238E27FC236}">
                <a16:creationId xmlns:a16="http://schemas.microsoft.com/office/drawing/2014/main" id="{0383B430-F840-2450-1B8D-595DAD638AA4}"/>
              </a:ext>
            </a:extLst>
          </p:cNvPr>
          <p:cNvSpPr txBox="1"/>
          <p:nvPr/>
        </p:nvSpPr>
        <p:spPr>
          <a:xfrm>
            <a:off x="3740115" y="4476077"/>
            <a:ext cx="4711770" cy="26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algn="ctr" defTabSz="822959">
              <a:lnSpc>
                <a:spcPct val="70000"/>
              </a:lnSpc>
              <a:spcBef>
                <a:spcPts val="1000"/>
              </a:spcBef>
              <a:defRPr sz="1350" b="1">
                <a:solidFill>
                  <a:srgbClr val="FFFFFF">
                    <a:alpha val="90000"/>
                  </a:srgbClr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7조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sik Yoon…">
            <a:extLst>
              <a:ext uri="{FF2B5EF4-FFF2-40B4-BE49-F238E27FC236}">
                <a16:creationId xmlns:a16="http://schemas.microsoft.com/office/drawing/2014/main" id="{BAA9DAFA-BA53-020E-CAA1-E9C09224A610}"/>
              </a:ext>
            </a:extLst>
          </p:cNvPr>
          <p:cNvSpPr txBox="1"/>
          <p:nvPr/>
        </p:nvSpPr>
        <p:spPr>
          <a:xfrm>
            <a:off x="3730176" y="4774359"/>
            <a:ext cx="4711770" cy="796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algn="ctr" defTabSz="822959">
              <a:lnSpc>
                <a:spcPct val="40000"/>
              </a:lnSpc>
              <a:spcBef>
                <a:spcPts val="1000"/>
              </a:spcBef>
              <a:defRPr sz="1079" i="1">
                <a:solidFill>
                  <a:srgbClr val="FFFFFF">
                    <a:alpha val="90000"/>
                  </a:srgbClr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lang="en-US" altLang="ko-KR" spc="20" baseline="0" dirty="0">
                <a:latin typeface="Arial" panose="020B0604020202020204" pitchFamily="34" charset="0"/>
                <a:cs typeface="Arial" panose="020B0604020202020204" pitchFamily="34" charset="0"/>
              </a:rPr>
              <a:t>2020170837 </a:t>
            </a:r>
            <a:r>
              <a:rPr lang="ko-KR" altLang="en-US" spc="20" baseline="0" dirty="0">
                <a:latin typeface="Arial" panose="020B0604020202020204" pitchFamily="34" charset="0"/>
                <a:cs typeface="Arial" panose="020B0604020202020204" pitchFamily="34" charset="0"/>
              </a:rPr>
              <a:t>최원준</a:t>
            </a:r>
            <a:endParaRPr lang="en-US" altLang="ko-KR" spc="20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822959">
              <a:lnSpc>
                <a:spcPct val="40000"/>
              </a:lnSpc>
              <a:spcBef>
                <a:spcPts val="1000"/>
              </a:spcBef>
              <a:defRPr sz="1079" i="1">
                <a:solidFill>
                  <a:srgbClr val="FFFFFF">
                    <a:alpha val="90000"/>
                  </a:srgbClr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lang="ko-KR" altLang="en-US" spc="20" dirty="0">
                <a:latin typeface="Arial" panose="020B0604020202020204" pitchFamily="34" charset="0"/>
                <a:cs typeface="Arial" panose="020B0604020202020204" pitchFamily="34" charset="0"/>
              </a:rPr>
              <a:t>장지웅</a:t>
            </a:r>
            <a:endParaRPr lang="en-US" altLang="ko-KR" spc="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822959">
              <a:lnSpc>
                <a:spcPct val="40000"/>
              </a:lnSpc>
              <a:spcBef>
                <a:spcPts val="1000"/>
              </a:spcBef>
              <a:defRPr sz="1079" i="1">
                <a:solidFill>
                  <a:srgbClr val="FFFFFF">
                    <a:alpha val="90000"/>
                  </a:srgbClr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lang="ko-KR" altLang="en-US" spc="2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노규주</a:t>
            </a:r>
            <a:endParaRPr lang="en-US" altLang="ko-KR" spc="20" baseline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3098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102D297-EABA-D5E1-368C-A7AF65ABE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kumimoji="1" lang="en-US" altLang="ko-KR" b="1" dirty="0">
                <a:solidFill>
                  <a:srgbClr val="2E5766"/>
                </a:solidFill>
              </a:rPr>
              <a:t>Future works</a:t>
            </a:r>
            <a:endParaRPr kumimoji="1" lang="ko-KR" altLang="en-US" b="1" dirty="0">
              <a:solidFill>
                <a:srgbClr val="2E5766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DEB601-E03A-91AD-6A90-F25307AA3E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kumimoji="1" lang="en-US" altLang="ko-KR" b="1" dirty="0">
                <a:solidFill>
                  <a:srgbClr val="2E5766"/>
                </a:solidFill>
              </a:rPr>
              <a:t>Results</a:t>
            </a:r>
            <a:endParaRPr kumimoji="1" lang="ko-KR" altLang="en-US" b="1" dirty="0">
              <a:solidFill>
                <a:srgbClr val="2E5766"/>
              </a:solidFill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558B3-210A-66CD-5A57-A6A6A00537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kumimoji="1" lang="en-US" altLang="ko-KR" b="1" dirty="0">
                <a:solidFill>
                  <a:srgbClr val="2E5766"/>
                </a:solidFill>
              </a:rPr>
              <a:t>Method</a:t>
            </a:r>
            <a:endParaRPr kumimoji="1" lang="ko-KR" altLang="en-US" b="1" dirty="0">
              <a:solidFill>
                <a:srgbClr val="2E5766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CC1163-B7E6-AF8F-3078-83E95B1ED06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kumimoji="1" lang="en-US" altLang="ko-KR" b="1" dirty="0">
                <a:solidFill>
                  <a:srgbClr val="2E5766"/>
                </a:solidFill>
              </a:rPr>
              <a:t>Motivation</a:t>
            </a:r>
            <a:endParaRPr kumimoji="1" lang="ko-KR" altLang="en-US" b="1" dirty="0">
              <a:solidFill>
                <a:srgbClr val="2E5766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1D0DB0F-A4C2-8108-6253-5E4D54CC86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Autofit/>
          </a:bodyPr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C256AB3-04AC-6B38-EFD2-5B5F7E42540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98929" y="5157794"/>
            <a:ext cx="2408414" cy="21637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61D1D84-586E-0AF3-3BA4-2FEB0A237C4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98928" y="5390654"/>
            <a:ext cx="3171247" cy="21637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61195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F9625-4FE5-1EF3-3DDA-92EB47F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6000" dirty="0"/>
              <a:t>Motivation</a:t>
            </a:r>
            <a:endParaRPr kumimoji="1"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36135940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2F28C-1E2D-A0D1-9E52-1B7C9121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Motivation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6E2405-18CB-E241-20E8-5ED5973AA1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75A224-A4F0-84A5-1A8B-9DADB213C7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Level 1</a:t>
            </a:r>
          </a:p>
          <a:p>
            <a:pPr lvl="1"/>
            <a:r>
              <a:rPr kumimoji="1" lang="en-US" altLang="ko-KR" dirty="0"/>
              <a:t>Level 2</a:t>
            </a:r>
          </a:p>
          <a:p>
            <a:pPr lvl="2"/>
            <a:r>
              <a:rPr kumimoji="1" lang="en-US" altLang="ko-KR" dirty="0"/>
              <a:t>Level 3</a:t>
            </a:r>
          </a:p>
          <a:p>
            <a:pPr lvl="3"/>
            <a:r>
              <a:rPr kumimoji="1" lang="en-US" altLang="ko-KR" dirty="0"/>
              <a:t>Level 4</a:t>
            </a:r>
          </a:p>
          <a:p>
            <a:pPr lvl="2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5206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EA0B-8538-170B-91E7-7BA06E58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D2A55-C367-9F64-0207-8AC4FEAD8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6000" dirty="0"/>
              <a:t>Method</a:t>
            </a:r>
            <a:endParaRPr kumimoji="1"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8708516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D9CAE-3CDE-FB94-46EE-81BBFF79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97C9184-D0FB-3365-06EA-C391BE263E4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9C0427-6E38-555A-FADE-9407E677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248179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B2E70-8FE5-4ECA-2CE8-AC470146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808C6-EF09-83A5-4853-3CD520A18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6000" dirty="0"/>
              <a:t>Results</a:t>
            </a:r>
            <a:endParaRPr kumimoji="1"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40176987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1AFA-43B0-688D-16E2-9266FB00C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5F977-3D02-0A60-0BF6-7E57B4CC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E17B50C-99C5-5E33-4738-02D8AFC5471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B962D1-6759-E67E-D2E9-0D4ABD43FF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73341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3919B-EA23-4B67-6858-A3E3E9FF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EF089-8C9D-A894-A494-76DA089A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6000" dirty="0"/>
              <a:t>Future works</a:t>
            </a:r>
            <a:endParaRPr kumimoji="1"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63565880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A2B8-48E5-4005-0A36-82A20ACB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DF34-D22D-E05C-A8F4-10351B6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B91A25-2FDD-61CA-85D1-E1C08103B8F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CD0EE2-58A4-F6AD-7AC7-59F974667E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898936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AIS">
  <a:themeElements>
    <a:clrScheme name="DAI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DAI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DA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AIS">
  <a:themeElements>
    <a:clrScheme name="DAI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DAI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DA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32</Words>
  <Application>Microsoft Macintosh PowerPoint</Application>
  <PresentationFormat>와이드스크린</PresentationFormat>
  <Paragraphs>23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Helvetica</vt:lpstr>
      <vt:lpstr>Times New Roman</vt:lpstr>
      <vt:lpstr>DAIS</vt:lpstr>
      <vt:lpstr>Machine Learning</vt:lpstr>
      <vt:lpstr>PowerPoint 프레젠테이션</vt:lpstr>
      <vt:lpstr>Motivation</vt:lpstr>
      <vt:lpstr>Motivation</vt:lpstr>
      <vt:lpstr>Method</vt:lpstr>
      <vt:lpstr>PowerPoint 프레젠테이션</vt:lpstr>
      <vt:lpstr>Results</vt:lpstr>
      <vt:lpstr>PowerPoint 프레젠테이션</vt:lpstr>
      <vt:lpstr>Future works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원준 최</cp:lastModifiedBy>
  <cp:revision>77</cp:revision>
  <dcterms:modified xsi:type="dcterms:W3CDTF">2025-12-02T05:57:22Z</dcterms:modified>
</cp:coreProperties>
</file>