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1"/>
  </p:sldMasterIdLst>
  <p:notesMasterIdLst>
    <p:notesMasterId r:id="rId8"/>
  </p:notesMasterIdLst>
  <p:sldIdLst>
    <p:sldId id="269" r:id="rId2"/>
    <p:sldId id="271" r:id="rId3"/>
    <p:sldId id="273" r:id="rId4"/>
    <p:sldId id="276" r:id="rId5"/>
    <p:sldId id="275" r:id="rId6"/>
    <p:sldId id="274" r:id="rId7"/>
  </p:sldIdLst>
  <p:sldSz cx="12192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1pPr>
    <a:lvl2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2pPr>
    <a:lvl3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3pPr>
    <a:lvl4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4pPr>
    <a:lvl5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5pPr>
    <a:lvl6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6pPr>
    <a:lvl7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7pPr>
    <a:lvl8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8pPr>
    <a:lvl9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CC9CC"/>
    <a:srgbClr val="76959C"/>
    <a:srgbClr val="124E5B"/>
    <a:srgbClr val="EBEFF0"/>
    <a:srgbClr val="2E5766"/>
    <a:srgbClr val="23363D"/>
    <a:srgbClr val="7A909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66A225F-010E-CE4E-B826-DA094BBB31C3}" v="32" dt="2025-11-29T08:15:26.766"/>
  </p1510:revLst>
</p1510:revInfo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DD4EA"/>
          </a:solidFill>
        </a:fill>
      </a:tcStyle>
    </a:wholeTbl>
    <a:band2H>
      <a:tcTxStyle/>
      <a:tcStyle>
        <a:tcBdr/>
        <a:fill>
          <a:solidFill>
            <a:srgbClr val="E8EBF5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E0E0E0"/>
          </a:solidFill>
        </a:fill>
      </a:tcStyle>
    </a:wholeTbl>
    <a:band2H>
      <a:tcTxStyle/>
      <a:tcStyle>
        <a:tcBdr/>
        <a:fill>
          <a:solidFill>
            <a:srgbClr val="F0F0F0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4E2CE"/>
          </a:solidFill>
        </a:fill>
      </a:tcStyle>
    </a:wholeTbl>
    <a:band2H>
      <a:tcTxStyle/>
      <a:tcStyle>
        <a:tcBdr/>
        <a:fill>
          <a:solidFill>
            <a:srgbClr val="EBF1E8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399"/>
    <p:restoredTop sz="94589"/>
  </p:normalViewPr>
  <p:slideViewPr>
    <p:cSldViewPr snapToGrid="0">
      <p:cViewPr>
        <p:scale>
          <a:sx n="121" d="100"/>
          <a:sy n="121" d="100"/>
        </p:scale>
        <p:origin x="144" y="1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68" d="100"/>
          <a:sy n="168" d="100"/>
        </p:scale>
        <p:origin x="6640" y="20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Relationship Id="rId14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원준 최" userId="2fc9a563ef8e1e9a" providerId="LiveId" clId="{1D92807F-0CB1-589F-983B-E9F7A0D4A388}"/>
    <pc:docChg chg="undo custSel modSld modMainMaster">
      <pc:chgData name="원준 최" userId="2fc9a563ef8e1e9a" providerId="LiveId" clId="{1D92807F-0CB1-589F-983B-E9F7A0D4A388}" dt="2025-11-29T08:16:19.784" v="293" actId="27636"/>
      <pc:docMkLst>
        <pc:docMk/>
      </pc:docMkLst>
      <pc:sldChg chg="modSp mod">
        <pc:chgData name="원준 최" userId="2fc9a563ef8e1e9a" providerId="LiveId" clId="{1D92807F-0CB1-589F-983B-E9F7A0D4A388}" dt="2025-11-29T08:16:19.784" v="293" actId="27636"/>
        <pc:sldMkLst>
          <pc:docMk/>
          <pc:sldMk cId="2691309888" sldId="269"/>
        </pc:sldMkLst>
        <pc:spChg chg="mod">
          <ac:chgData name="원준 최" userId="2fc9a563ef8e1e9a" providerId="LiveId" clId="{1D92807F-0CB1-589F-983B-E9F7A0D4A388}" dt="2025-11-29T08:15:52.754" v="203" actId="20577"/>
          <ac:spMkLst>
            <pc:docMk/>
            <pc:sldMk cId="2691309888" sldId="269"/>
            <ac:spMk id="2" creationId="{752B19BF-47FA-36B7-F91E-3DB34E52C885}"/>
          </ac:spMkLst>
        </pc:spChg>
        <pc:spChg chg="mod">
          <ac:chgData name="원준 최" userId="2fc9a563ef8e1e9a" providerId="LiveId" clId="{1D92807F-0CB1-589F-983B-E9F7A0D4A388}" dt="2025-11-29T08:15:57.619" v="215" actId="20577"/>
          <ac:spMkLst>
            <pc:docMk/>
            <pc:sldMk cId="2691309888" sldId="269"/>
            <ac:spMk id="3" creationId="{8FD7302F-9176-CCA5-4537-4BF59CF48C08}"/>
          </ac:spMkLst>
        </pc:spChg>
        <pc:spChg chg="mod">
          <ac:chgData name="원준 최" userId="2fc9a563ef8e1e9a" providerId="LiveId" clId="{1D92807F-0CB1-589F-983B-E9F7A0D4A388}" dt="2025-11-29T08:16:01.511" v="218" actId="20577"/>
          <ac:spMkLst>
            <pc:docMk/>
            <pc:sldMk cId="2691309888" sldId="269"/>
            <ac:spMk id="7" creationId="{0383B430-F840-2450-1B8D-595DAD638AA4}"/>
          </ac:spMkLst>
        </pc:spChg>
        <pc:spChg chg="mod">
          <ac:chgData name="원준 최" userId="2fc9a563ef8e1e9a" providerId="LiveId" clId="{1D92807F-0CB1-589F-983B-E9F7A0D4A388}" dt="2025-11-29T08:16:19.784" v="293" actId="27636"/>
          <ac:spMkLst>
            <pc:docMk/>
            <pc:sldMk cId="2691309888" sldId="269"/>
            <ac:spMk id="8" creationId="{BAA9DAFA-BA53-020E-CAA1-E9C09224A610}"/>
          </ac:spMkLst>
        </pc:spChg>
      </pc:sldChg>
      <pc:sldMasterChg chg="modSldLayout">
        <pc:chgData name="원준 최" userId="2fc9a563ef8e1e9a" providerId="LiveId" clId="{1D92807F-0CB1-589F-983B-E9F7A0D4A388}" dt="2025-11-29T08:15:42.069" v="187" actId="1037"/>
        <pc:sldMasterMkLst>
          <pc:docMk/>
          <pc:sldMasterMk cId="0" sldId="2147483648"/>
        </pc:sldMasterMkLst>
        <pc:sldLayoutChg chg="addSp delSp modSp mod">
          <pc:chgData name="원준 최" userId="2fc9a563ef8e1e9a" providerId="LiveId" clId="{1D92807F-0CB1-589F-983B-E9F7A0D4A388}" dt="2025-11-29T08:13:59.860" v="165" actId="403"/>
          <pc:sldLayoutMkLst>
            <pc:docMk/>
            <pc:sldMasterMk cId="0" sldId="2147483648"/>
            <pc:sldLayoutMk cId="0" sldId="2147483651"/>
          </pc:sldLayoutMkLst>
          <pc:spChg chg="add mod">
            <ac:chgData name="원준 최" userId="2fc9a563ef8e1e9a" providerId="LiveId" clId="{1D92807F-0CB1-589F-983B-E9F7A0D4A388}" dt="2025-11-29T08:13:59.860" v="165" actId="403"/>
            <ac:spMkLst>
              <pc:docMk/>
              <pc:sldMasterMk cId="0" sldId="2147483648"/>
              <pc:sldLayoutMk cId="0" sldId="2147483651"/>
              <ac:spMk id="2" creationId="{F2F25559-E743-EF9E-9047-F010AE42539E}"/>
            </ac:spMkLst>
          </pc:spChg>
          <pc:spChg chg="mod">
            <ac:chgData name="원준 최" userId="2fc9a563ef8e1e9a" providerId="LiveId" clId="{1D92807F-0CB1-589F-983B-E9F7A0D4A388}" dt="2025-11-29T08:13:39.608" v="161" actId="1076"/>
            <ac:spMkLst>
              <pc:docMk/>
              <pc:sldMasterMk cId="0" sldId="2147483648"/>
              <pc:sldLayoutMk cId="0" sldId="2147483651"/>
              <ac:spMk id="59" creationId="{00000000-0000-0000-0000-000000000000}"/>
            </ac:spMkLst>
          </pc:spChg>
          <pc:picChg chg="del">
            <ac:chgData name="원준 최" userId="2fc9a563ef8e1e9a" providerId="LiveId" clId="{1D92807F-0CB1-589F-983B-E9F7A0D4A388}" dt="2025-11-29T08:09:13.620" v="61" actId="478"/>
            <ac:picMkLst>
              <pc:docMk/>
              <pc:sldMasterMk cId="0" sldId="2147483648"/>
              <pc:sldLayoutMk cId="0" sldId="2147483651"/>
              <ac:picMk id="73" creationId="{00000000-0000-0000-0000-000000000000}"/>
            </ac:picMkLst>
          </pc:picChg>
        </pc:sldLayoutChg>
        <pc:sldLayoutChg chg="addSp delSp modSp mod">
          <pc:chgData name="원준 최" userId="2fc9a563ef8e1e9a" providerId="LiveId" clId="{1D92807F-0CB1-589F-983B-E9F7A0D4A388}" dt="2025-11-29T08:12:35.699" v="139" actId="14100"/>
          <pc:sldLayoutMkLst>
            <pc:docMk/>
            <pc:sldMasterMk cId="0" sldId="2147483648"/>
            <pc:sldLayoutMk cId="0" sldId="2147483653"/>
          </pc:sldLayoutMkLst>
          <pc:spChg chg="mod">
            <ac:chgData name="원준 최" userId="2fc9a563ef8e1e9a" providerId="LiveId" clId="{1D92807F-0CB1-589F-983B-E9F7A0D4A388}" dt="2025-11-29T08:12:35.699" v="139" actId="14100"/>
            <ac:spMkLst>
              <pc:docMk/>
              <pc:sldMasterMk cId="0" sldId="2147483648"/>
              <pc:sldLayoutMk cId="0" sldId="2147483653"/>
              <ac:spMk id="3" creationId="{B54D74D7-1A7B-44D0-D714-368FF64FE7BD}"/>
            </ac:spMkLst>
          </pc:spChg>
          <pc:spChg chg="add mod">
            <ac:chgData name="원준 최" userId="2fc9a563ef8e1e9a" providerId="LiveId" clId="{1D92807F-0CB1-589F-983B-E9F7A0D4A388}" dt="2025-11-29T08:12:30.814" v="138" actId="1076"/>
            <ac:spMkLst>
              <pc:docMk/>
              <pc:sldMasterMk cId="0" sldId="2147483648"/>
              <pc:sldLayoutMk cId="0" sldId="2147483653"/>
              <ac:spMk id="5" creationId="{325EC215-72E8-5BFA-8E09-543925D5D9AC}"/>
            </ac:spMkLst>
          </pc:spChg>
          <pc:picChg chg="del">
            <ac:chgData name="원준 최" userId="2fc9a563ef8e1e9a" providerId="LiveId" clId="{1D92807F-0CB1-589F-983B-E9F7A0D4A388}" dt="2025-11-29T08:11:13.098" v="87" actId="478"/>
            <ac:picMkLst>
              <pc:docMk/>
              <pc:sldMasterMk cId="0" sldId="2147483648"/>
              <pc:sldLayoutMk cId="0" sldId="2147483653"/>
              <ac:picMk id="9" creationId="{389166C7-41EB-BD99-E2A1-4923E203D6C4}"/>
            </ac:picMkLst>
          </pc:picChg>
          <pc:picChg chg="del">
            <ac:chgData name="원준 최" userId="2fc9a563ef8e1e9a" providerId="LiveId" clId="{1D92807F-0CB1-589F-983B-E9F7A0D4A388}" dt="2025-11-29T08:11:03.953" v="86" actId="478"/>
            <ac:picMkLst>
              <pc:docMk/>
              <pc:sldMasterMk cId="0" sldId="2147483648"/>
              <pc:sldLayoutMk cId="0" sldId="2147483653"/>
              <ac:picMk id="10" creationId="{736673DA-4718-4EA6-0656-A89CD8BC8C2C}"/>
            </ac:picMkLst>
          </pc:picChg>
        </pc:sldLayoutChg>
        <pc:sldLayoutChg chg="addSp delSp modSp mod">
          <pc:chgData name="원준 최" userId="2fc9a563ef8e1e9a" providerId="LiveId" clId="{1D92807F-0CB1-589F-983B-E9F7A0D4A388}" dt="2025-11-29T08:14:22.520" v="171"/>
          <pc:sldLayoutMkLst>
            <pc:docMk/>
            <pc:sldMasterMk cId="0" sldId="2147483648"/>
            <pc:sldLayoutMk cId="2174514114" sldId="2147483655"/>
          </pc:sldLayoutMkLst>
          <pc:spChg chg="add del mod">
            <ac:chgData name="원준 최" userId="2fc9a563ef8e1e9a" providerId="LiveId" clId="{1D92807F-0CB1-589F-983B-E9F7A0D4A388}" dt="2025-11-29T08:14:22.246" v="170" actId="478"/>
            <ac:spMkLst>
              <pc:docMk/>
              <pc:sldMasterMk cId="0" sldId="2147483648"/>
              <pc:sldLayoutMk cId="2174514114" sldId="2147483655"/>
              <ac:spMk id="2" creationId="{C07D0441-07F8-313B-DF2D-A78C2F602624}"/>
            </ac:spMkLst>
          </pc:spChg>
          <pc:spChg chg="add mod">
            <ac:chgData name="원준 최" userId="2fc9a563ef8e1e9a" providerId="LiveId" clId="{1D92807F-0CB1-589F-983B-E9F7A0D4A388}" dt="2025-11-29T08:14:22.520" v="171"/>
            <ac:spMkLst>
              <pc:docMk/>
              <pc:sldMasterMk cId="0" sldId="2147483648"/>
              <pc:sldLayoutMk cId="2174514114" sldId="2147483655"/>
              <ac:spMk id="3" creationId="{ADFCB71A-A9A7-5488-2918-694109AA3F0A}"/>
            </ac:spMkLst>
          </pc:spChg>
          <pc:picChg chg="del">
            <ac:chgData name="원준 최" userId="2fc9a563ef8e1e9a" providerId="LiveId" clId="{1D92807F-0CB1-589F-983B-E9F7A0D4A388}" dt="2025-11-29T08:09:07.436" v="60" actId="478"/>
            <ac:picMkLst>
              <pc:docMk/>
              <pc:sldMasterMk cId="0" sldId="2147483648"/>
              <pc:sldLayoutMk cId="2174514114" sldId="2147483655"/>
              <ac:picMk id="49" creationId="{00000000-0000-0000-0000-000000000000}"/>
            </ac:picMkLst>
          </pc:picChg>
        </pc:sldLayoutChg>
        <pc:sldLayoutChg chg="addSp delSp modSp mod">
          <pc:chgData name="원준 최" userId="2fc9a563ef8e1e9a" providerId="LiveId" clId="{1D92807F-0CB1-589F-983B-E9F7A0D4A388}" dt="2025-11-29T08:15:42.069" v="187" actId="1037"/>
          <pc:sldLayoutMkLst>
            <pc:docMk/>
            <pc:sldMasterMk cId="0" sldId="2147483648"/>
            <pc:sldLayoutMk cId="63185012" sldId="2147483656"/>
          </pc:sldLayoutMkLst>
          <pc:spChg chg="add">
            <ac:chgData name="원준 최" userId="2fc9a563ef8e1e9a" providerId="LiveId" clId="{1D92807F-0CB1-589F-983B-E9F7A0D4A388}" dt="2025-11-29T08:01:57.540" v="4"/>
            <ac:spMkLst>
              <pc:docMk/>
              <pc:sldMasterMk cId="0" sldId="2147483648"/>
              <pc:sldLayoutMk cId="63185012" sldId="2147483656"/>
              <ac:spMk id="2" creationId="{A04E81A8-0A86-15AD-4C38-94285C0BB496}"/>
            </ac:spMkLst>
          </pc:spChg>
          <pc:spChg chg="add">
            <ac:chgData name="원준 최" userId="2fc9a563ef8e1e9a" providerId="LiveId" clId="{1D92807F-0CB1-589F-983B-E9F7A0D4A388}" dt="2025-11-29T08:04:45.193" v="10"/>
            <ac:spMkLst>
              <pc:docMk/>
              <pc:sldMasterMk cId="0" sldId="2147483648"/>
              <pc:sldLayoutMk cId="63185012" sldId="2147483656"/>
              <ac:spMk id="4" creationId="{BAED84FF-E4F0-52CB-5CC2-E107A9AAFE11}"/>
            </ac:spMkLst>
          </pc:spChg>
          <pc:spChg chg="add del mod">
            <ac:chgData name="원준 최" userId="2fc9a563ef8e1e9a" providerId="LiveId" clId="{1D92807F-0CB1-589F-983B-E9F7A0D4A388}" dt="2025-11-29T08:15:19.485" v="173" actId="478"/>
            <ac:spMkLst>
              <pc:docMk/>
              <pc:sldMasterMk cId="0" sldId="2147483648"/>
              <pc:sldLayoutMk cId="63185012" sldId="2147483656"/>
              <ac:spMk id="9" creationId="{43BFE140-DD13-6F34-BAFA-B6EF2692DB4B}"/>
            </ac:spMkLst>
          </pc:spChg>
          <pc:spChg chg="add del mod">
            <ac:chgData name="원준 최" userId="2fc9a563ef8e1e9a" providerId="LiveId" clId="{1D92807F-0CB1-589F-983B-E9F7A0D4A388}" dt="2025-11-29T08:15:21.852" v="175" actId="478"/>
            <ac:spMkLst>
              <pc:docMk/>
              <pc:sldMasterMk cId="0" sldId="2147483648"/>
              <pc:sldLayoutMk cId="63185012" sldId="2147483656"/>
              <ac:spMk id="10" creationId="{FF48A02E-4BF0-B162-0052-376D618917F0}"/>
            </ac:spMkLst>
          </pc:spChg>
          <pc:spChg chg="add mod">
            <ac:chgData name="원준 최" userId="2fc9a563ef8e1e9a" providerId="LiveId" clId="{1D92807F-0CB1-589F-983B-E9F7A0D4A388}" dt="2025-11-29T08:15:42.069" v="187" actId="1037"/>
            <ac:spMkLst>
              <pc:docMk/>
              <pc:sldMasterMk cId="0" sldId="2147483648"/>
              <pc:sldLayoutMk cId="63185012" sldId="2147483656"/>
              <ac:spMk id="11" creationId="{3DC1D50B-2B16-579A-CB1E-36645CD3A569}"/>
            </ac:spMkLst>
          </pc:spChg>
          <pc:grpChg chg="mod">
            <ac:chgData name="원준 최" userId="2fc9a563ef8e1e9a" providerId="LiveId" clId="{1D92807F-0CB1-589F-983B-E9F7A0D4A388}" dt="2025-11-29T08:01:44.406" v="2" actId="14100"/>
            <ac:grpSpMkLst>
              <pc:docMk/>
              <pc:sldMasterMk cId="0" sldId="2147483648"/>
              <pc:sldLayoutMk cId="63185012" sldId="2147483656"/>
              <ac:grpSpMk id="21" creationId="{00000000-0000-0000-0000-000000000000}"/>
            </ac:grpSpMkLst>
          </pc:grpChg>
          <pc:picChg chg="add del mod">
            <ac:chgData name="원준 최" userId="2fc9a563ef8e1e9a" providerId="LiveId" clId="{1D92807F-0CB1-589F-983B-E9F7A0D4A388}" dt="2025-11-29T08:02:38.933" v="9" actId="478"/>
            <ac:picMkLst>
              <pc:docMk/>
              <pc:sldMasterMk cId="0" sldId="2147483648"/>
              <pc:sldLayoutMk cId="63185012" sldId="2147483656"/>
              <ac:picMk id="3" creationId="{86166260-F0E8-910A-BA7C-EC71D6EDD052}"/>
            </ac:picMkLst>
          </pc:picChg>
          <pc:picChg chg="add del mod">
            <ac:chgData name="원준 최" userId="2fc9a563ef8e1e9a" providerId="LiveId" clId="{1D92807F-0CB1-589F-983B-E9F7A0D4A388}" dt="2025-11-29T08:05:15.899" v="20" actId="478"/>
            <ac:picMkLst>
              <pc:docMk/>
              <pc:sldMasterMk cId="0" sldId="2147483648"/>
              <pc:sldLayoutMk cId="63185012" sldId="2147483656"/>
              <ac:picMk id="5" creationId="{035910B0-1938-62DF-8D1D-5BDEDCBC03B8}"/>
            </ac:picMkLst>
          </pc:picChg>
          <pc:picChg chg="add del mod">
            <ac:chgData name="원준 최" userId="2fc9a563ef8e1e9a" providerId="LiveId" clId="{1D92807F-0CB1-589F-983B-E9F7A0D4A388}" dt="2025-11-29T08:07:33.368" v="26" actId="478"/>
            <ac:picMkLst>
              <pc:docMk/>
              <pc:sldMasterMk cId="0" sldId="2147483648"/>
              <pc:sldLayoutMk cId="63185012" sldId="2147483656"/>
              <ac:picMk id="6" creationId="{E4507369-9A22-4916-BB7D-70C3899778F5}"/>
            </ac:picMkLst>
          </pc:picChg>
          <pc:picChg chg="add del">
            <ac:chgData name="원준 최" userId="2fc9a563ef8e1e9a" providerId="LiveId" clId="{1D92807F-0CB1-589F-983B-E9F7A0D4A388}" dt="2025-11-29T08:07:33.368" v="26" actId="478"/>
            <ac:picMkLst>
              <pc:docMk/>
              <pc:sldMasterMk cId="0" sldId="2147483648"/>
              <pc:sldLayoutMk cId="63185012" sldId="2147483656"/>
              <ac:picMk id="7" creationId="{915CA679-7FAA-B3D0-2B91-4DA9E9F1A944}"/>
            </ac:picMkLst>
          </pc:picChg>
          <pc:picChg chg="add del mod">
            <ac:chgData name="원준 최" userId="2fc9a563ef8e1e9a" providerId="LiveId" clId="{1D92807F-0CB1-589F-983B-E9F7A0D4A388}" dt="2025-11-29T08:10:31.166" v="64" actId="478"/>
            <ac:picMkLst>
              <pc:docMk/>
              <pc:sldMasterMk cId="0" sldId="2147483648"/>
              <pc:sldLayoutMk cId="63185012" sldId="2147483656"/>
              <ac:picMk id="8" creationId="{ED3E0C15-A0C7-ADDA-CE97-FC0C25AA7D32}"/>
            </ac:picMkLst>
          </pc:picChg>
          <pc:picChg chg="add del mod">
            <ac:chgData name="원준 최" userId="2fc9a563ef8e1e9a" providerId="LiveId" clId="{1D92807F-0CB1-589F-983B-E9F7A0D4A388}" dt="2025-11-29T08:08:48.514" v="47" actId="478"/>
            <ac:picMkLst>
              <pc:docMk/>
              <pc:sldMasterMk cId="0" sldId="2147483648"/>
              <pc:sldLayoutMk cId="63185012" sldId="2147483656"/>
              <ac:picMk id="18" creationId="{00000000-0000-0000-0000-000000000000}"/>
            </ac:picMkLst>
          </pc:picChg>
        </pc:sldLayoutChg>
        <pc:sldLayoutChg chg="delSp mod">
          <pc:chgData name="원준 최" userId="2fc9a563ef8e1e9a" providerId="LiveId" clId="{1D92807F-0CB1-589F-983B-E9F7A0D4A388}" dt="2025-11-29T08:09:25.962" v="63" actId="478"/>
          <pc:sldLayoutMkLst>
            <pc:docMk/>
            <pc:sldMasterMk cId="0" sldId="2147483648"/>
            <pc:sldLayoutMk cId="485728916" sldId="2147483657"/>
          </pc:sldLayoutMkLst>
          <pc:picChg chg="del">
            <ac:chgData name="원준 최" userId="2fc9a563ef8e1e9a" providerId="LiveId" clId="{1D92807F-0CB1-589F-983B-E9F7A0D4A388}" dt="2025-11-29T08:09:25.962" v="63" actId="478"/>
            <ac:picMkLst>
              <pc:docMk/>
              <pc:sldMasterMk cId="0" sldId="2147483648"/>
              <pc:sldLayoutMk cId="485728916" sldId="2147483657"/>
              <ac:picMk id="4" creationId="{579E573C-1859-3AF6-3574-BAE3376C3904}"/>
            </ac:picMkLst>
          </pc:picChg>
        </pc:sldLayoutChg>
        <pc:sldLayoutChg chg="addSp delSp modSp mod">
          <pc:chgData name="원준 최" userId="2fc9a563ef8e1e9a" providerId="LiveId" clId="{1D92807F-0CB1-589F-983B-E9F7A0D4A388}" dt="2025-11-29T08:14:17.420" v="169"/>
          <pc:sldLayoutMkLst>
            <pc:docMk/>
            <pc:sldMasterMk cId="0" sldId="2147483648"/>
            <pc:sldLayoutMk cId="4140856794" sldId="2147483658"/>
          </pc:sldLayoutMkLst>
          <pc:spChg chg="add del mod">
            <ac:chgData name="원준 최" userId="2fc9a563ef8e1e9a" providerId="LiveId" clId="{1D92807F-0CB1-589F-983B-E9F7A0D4A388}" dt="2025-11-29T08:13:49.948" v="162" actId="478"/>
            <ac:spMkLst>
              <pc:docMk/>
              <pc:sldMasterMk cId="0" sldId="2147483648"/>
              <pc:sldLayoutMk cId="4140856794" sldId="2147483658"/>
              <ac:spMk id="5" creationId="{C29804A3-96C4-7A89-B738-0FF56999D7B6}"/>
            </ac:spMkLst>
          </pc:spChg>
          <pc:spChg chg="add mod">
            <ac:chgData name="원준 최" userId="2fc9a563ef8e1e9a" providerId="LiveId" clId="{1D92807F-0CB1-589F-983B-E9F7A0D4A388}" dt="2025-11-29T08:13:30.385" v="158"/>
            <ac:spMkLst>
              <pc:docMk/>
              <pc:sldMasterMk cId="0" sldId="2147483648"/>
              <pc:sldLayoutMk cId="4140856794" sldId="2147483658"/>
              <ac:spMk id="6" creationId="{F0A8699F-C1EB-0D61-33A1-7E44392628A0}"/>
            </ac:spMkLst>
          </pc:spChg>
          <pc:spChg chg="add mod">
            <ac:chgData name="원준 최" userId="2fc9a563ef8e1e9a" providerId="LiveId" clId="{1D92807F-0CB1-589F-983B-E9F7A0D4A388}" dt="2025-11-29T08:14:13.760" v="167" actId="1076"/>
            <ac:spMkLst>
              <pc:docMk/>
              <pc:sldMasterMk cId="0" sldId="2147483648"/>
              <pc:sldLayoutMk cId="4140856794" sldId="2147483658"/>
              <ac:spMk id="11" creationId="{E94BD70F-03B8-CDF7-3490-31EB485BFF55}"/>
            </ac:spMkLst>
          </pc:spChg>
          <pc:spChg chg="del">
            <ac:chgData name="원준 최" userId="2fc9a563ef8e1e9a" providerId="LiveId" clId="{1D92807F-0CB1-589F-983B-E9F7A0D4A388}" dt="2025-11-29T08:13:49.948" v="162" actId="478"/>
            <ac:spMkLst>
              <pc:docMk/>
              <pc:sldMasterMk cId="0" sldId="2147483648"/>
              <pc:sldLayoutMk cId="4140856794" sldId="2147483658"/>
              <ac:spMk id="12" creationId="{3E8DBA29-CC57-4706-201F-DD487052AC9C}"/>
            </ac:spMkLst>
          </pc:spChg>
          <pc:spChg chg="del">
            <ac:chgData name="원준 최" userId="2fc9a563ef8e1e9a" providerId="LiveId" clId="{1D92807F-0CB1-589F-983B-E9F7A0D4A388}" dt="2025-11-29T08:13:49.948" v="162" actId="478"/>
            <ac:spMkLst>
              <pc:docMk/>
              <pc:sldMasterMk cId="0" sldId="2147483648"/>
              <pc:sldLayoutMk cId="4140856794" sldId="2147483658"/>
              <ac:spMk id="13" creationId="{1C8B3987-6869-AF38-8317-7CC8F285EDF0}"/>
            </ac:spMkLst>
          </pc:spChg>
          <pc:spChg chg="del">
            <ac:chgData name="원준 최" userId="2fc9a563ef8e1e9a" providerId="LiveId" clId="{1D92807F-0CB1-589F-983B-E9F7A0D4A388}" dt="2025-11-29T08:13:49.948" v="162" actId="478"/>
            <ac:spMkLst>
              <pc:docMk/>
              <pc:sldMasterMk cId="0" sldId="2147483648"/>
              <pc:sldLayoutMk cId="4140856794" sldId="2147483658"/>
              <ac:spMk id="14" creationId="{DFA7407E-2406-B3F8-F0D1-B2624F1EEAC2}"/>
            </ac:spMkLst>
          </pc:spChg>
          <pc:spChg chg="del">
            <ac:chgData name="원준 최" userId="2fc9a563ef8e1e9a" providerId="LiveId" clId="{1D92807F-0CB1-589F-983B-E9F7A0D4A388}" dt="2025-11-29T08:13:49.948" v="162" actId="478"/>
            <ac:spMkLst>
              <pc:docMk/>
              <pc:sldMasterMk cId="0" sldId="2147483648"/>
              <pc:sldLayoutMk cId="4140856794" sldId="2147483658"/>
              <ac:spMk id="15" creationId="{4A4EF85F-E54B-6CFC-99D2-F71023DF8D3C}"/>
            </ac:spMkLst>
          </pc:spChg>
          <pc:spChg chg="add mod">
            <ac:chgData name="원준 최" userId="2fc9a563ef8e1e9a" providerId="LiveId" clId="{1D92807F-0CB1-589F-983B-E9F7A0D4A388}" dt="2025-11-29T08:13:50.511" v="163"/>
            <ac:spMkLst>
              <pc:docMk/>
              <pc:sldMasterMk cId="0" sldId="2147483648"/>
              <pc:sldLayoutMk cId="4140856794" sldId="2147483658"/>
              <ac:spMk id="17" creationId="{D0CB7A74-991C-D3A0-D8A5-E095E861B0BE}"/>
            </ac:spMkLst>
          </pc:spChg>
          <pc:spChg chg="add mod">
            <ac:chgData name="원준 최" userId="2fc9a563ef8e1e9a" providerId="LiveId" clId="{1D92807F-0CB1-589F-983B-E9F7A0D4A388}" dt="2025-11-29T08:13:50.511" v="163"/>
            <ac:spMkLst>
              <pc:docMk/>
              <pc:sldMasterMk cId="0" sldId="2147483648"/>
              <pc:sldLayoutMk cId="4140856794" sldId="2147483658"/>
              <ac:spMk id="18" creationId="{151F5C18-EB81-9586-3708-9B25E8FED06D}"/>
            </ac:spMkLst>
          </pc:spChg>
          <pc:spChg chg="add mod">
            <ac:chgData name="원준 최" userId="2fc9a563ef8e1e9a" providerId="LiveId" clId="{1D92807F-0CB1-589F-983B-E9F7A0D4A388}" dt="2025-11-29T08:13:50.511" v="163"/>
            <ac:spMkLst>
              <pc:docMk/>
              <pc:sldMasterMk cId="0" sldId="2147483648"/>
              <pc:sldLayoutMk cId="4140856794" sldId="2147483658"/>
              <ac:spMk id="19" creationId="{B784F188-DA35-B924-93B4-C25D439B9515}"/>
            </ac:spMkLst>
          </pc:spChg>
          <pc:spChg chg="add mod">
            <ac:chgData name="원준 최" userId="2fc9a563ef8e1e9a" providerId="LiveId" clId="{1D92807F-0CB1-589F-983B-E9F7A0D4A388}" dt="2025-11-29T08:13:50.511" v="163"/>
            <ac:spMkLst>
              <pc:docMk/>
              <pc:sldMasterMk cId="0" sldId="2147483648"/>
              <pc:sldLayoutMk cId="4140856794" sldId="2147483658"/>
              <ac:spMk id="20" creationId="{ADCABEA3-456E-1594-DC9C-825D7B3C4797}"/>
            </ac:spMkLst>
          </pc:spChg>
          <pc:spChg chg="add mod">
            <ac:chgData name="원준 최" userId="2fc9a563ef8e1e9a" providerId="LiveId" clId="{1D92807F-0CB1-589F-983B-E9F7A0D4A388}" dt="2025-11-29T08:13:50.511" v="163"/>
            <ac:spMkLst>
              <pc:docMk/>
              <pc:sldMasterMk cId="0" sldId="2147483648"/>
              <pc:sldLayoutMk cId="4140856794" sldId="2147483658"/>
              <ac:spMk id="21" creationId="{A9AA3126-E5B5-66BD-F864-8D5602824784}"/>
            </ac:spMkLst>
          </pc:spChg>
          <pc:spChg chg="add del mod">
            <ac:chgData name="원준 최" userId="2fc9a563ef8e1e9a" providerId="LiveId" clId="{1D92807F-0CB1-589F-983B-E9F7A0D4A388}" dt="2025-11-29T08:14:17.163" v="168" actId="478"/>
            <ac:spMkLst>
              <pc:docMk/>
              <pc:sldMasterMk cId="0" sldId="2147483648"/>
              <pc:sldLayoutMk cId="4140856794" sldId="2147483658"/>
              <ac:spMk id="22" creationId="{74F7E579-8A51-6F42-0773-FA5197A19084}"/>
            </ac:spMkLst>
          </pc:spChg>
          <pc:spChg chg="add mod">
            <ac:chgData name="원준 최" userId="2fc9a563ef8e1e9a" providerId="LiveId" clId="{1D92807F-0CB1-589F-983B-E9F7A0D4A388}" dt="2025-11-29T08:14:17.420" v="169"/>
            <ac:spMkLst>
              <pc:docMk/>
              <pc:sldMasterMk cId="0" sldId="2147483648"/>
              <pc:sldLayoutMk cId="4140856794" sldId="2147483658"/>
              <ac:spMk id="23" creationId="{01A0E223-227D-F5C0-F885-4BDD120D60C1}"/>
            </ac:spMkLst>
          </pc:spChg>
          <pc:spChg chg="del mod">
            <ac:chgData name="원준 최" userId="2fc9a563ef8e1e9a" providerId="LiveId" clId="{1D92807F-0CB1-589F-983B-E9F7A0D4A388}" dt="2025-11-29T08:13:27.077" v="156" actId="478"/>
            <ac:spMkLst>
              <pc:docMk/>
              <pc:sldMasterMk cId="0" sldId="2147483648"/>
              <pc:sldLayoutMk cId="4140856794" sldId="2147483658"/>
              <ac:spMk id="59" creationId="{00000000-0000-0000-0000-000000000000}"/>
            </ac:spMkLst>
          </pc:spChg>
          <pc:spChg chg="del">
            <ac:chgData name="원준 최" userId="2fc9a563ef8e1e9a" providerId="LiveId" clId="{1D92807F-0CB1-589F-983B-E9F7A0D4A388}" dt="2025-11-29T08:13:49.948" v="162" actId="478"/>
            <ac:spMkLst>
              <pc:docMk/>
              <pc:sldMasterMk cId="0" sldId="2147483648"/>
              <pc:sldLayoutMk cId="4140856794" sldId="2147483658"/>
              <ac:spMk id="75" creationId="{00000000-0000-0000-0000-000000000000}"/>
            </ac:spMkLst>
          </pc:spChg>
          <pc:picChg chg="add mod">
            <ac:chgData name="원준 최" userId="2fc9a563ef8e1e9a" providerId="LiveId" clId="{1D92807F-0CB1-589F-983B-E9F7A0D4A388}" dt="2025-11-29T08:13:50.511" v="163"/>
            <ac:picMkLst>
              <pc:docMk/>
              <pc:sldMasterMk cId="0" sldId="2147483648"/>
              <pc:sldLayoutMk cId="4140856794" sldId="2147483658"/>
              <ac:picMk id="16" creationId="{7B0E553A-99E3-5786-45AF-A89444FE3A92}"/>
            </ac:picMkLst>
          </pc:picChg>
          <pc:picChg chg="del">
            <ac:chgData name="원준 최" userId="2fc9a563ef8e1e9a" providerId="LiveId" clId="{1D92807F-0CB1-589F-983B-E9F7A0D4A388}" dt="2025-11-29T08:09:15.440" v="62" actId="478"/>
            <ac:picMkLst>
              <pc:docMk/>
              <pc:sldMasterMk cId="0" sldId="2147483648"/>
              <pc:sldLayoutMk cId="4140856794" sldId="2147483658"/>
              <ac:picMk id="73" creationId="{00000000-0000-0000-0000-000000000000}"/>
            </ac:picMkLst>
          </pc:picChg>
          <pc:picChg chg="del">
            <ac:chgData name="원준 최" userId="2fc9a563ef8e1e9a" providerId="LiveId" clId="{1D92807F-0CB1-589F-983B-E9F7A0D4A388}" dt="2025-11-29T08:13:49.948" v="162" actId="478"/>
            <ac:picMkLst>
              <pc:docMk/>
              <pc:sldMasterMk cId="0" sldId="2147483648"/>
              <pc:sldLayoutMk cId="4140856794" sldId="2147483658"/>
              <ac:picMk id="74" creationId="{00000000-0000-0000-0000-000000000000}"/>
            </ac:picMkLst>
          </pc:picChg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Shape 137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38" name="Shape 138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j-lt"/>
        <a:ea typeface="+mj-ea"/>
        <a:cs typeface="+mj-cs"/>
        <a:sym typeface="Calibri"/>
      </a:defRPr>
    </a:lvl1pPr>
    <a:lvl2pPr indent="228600" latinLnBrk="0">
      <a:defRPr sz="1200">
        <a:latin typeface="+mj-lt"/>
        <a:ea typeface="+mj-ea"/>
        <a:cs typeface="+mj-cs"/>
        <a:sym typeface="Calibri"/>
      </a:defRPr>
    </a:lvl2pPr>
    <a:lvl3pPr indent="457200" latinLnBrk="0">
      <a:defRPr sz="1200">
        <a:latin typeface="+mj-lt"/>
        <a:ea typeface="+mj-ea"/>
        <a:cs typeface="+mj-cs"/>
        <a:sym typeface="Calibri"/>
      </a:defRPr>
    </a:lvl3pPr>
    <a:lvl4pPr indent="685800" latinLnBrk="0">
      <a:defRPr sz="1200">
        <a:latin typeface="+mj-lt"/>
        <a:ea typeface="+mj-ea"/>
        <a:cs typeface="+mj-cs"/>
        <a:sym typeface="Calibri"/>
      </a:defRPr>
    </a:lvl4pPr>
    <a:lvl5pPr indent="914400" latinLnBrk="0">
      <a:defRPr sz="1200">
        <a:latin typeface="+mj-lt"/>
        <a:ea typeface="+mj-ea"/>
        <a:cs typeface="+mj-cs"/>
        <a:sym typeface="Calibri"/>
      </a:defRPr>
    </a:lvl5pPr>
    <a:lvl6pPr indent="1143000" latinLnBrk="0">
      <a:defRPr sz="1200">
        <a:latin typeface="+mj-lt"/>
        <a:ea typeface="+mj-ea"/>
        <a:cs typeface="+mj-cs"/>
        <a:sym typeface="Calibri"/>
      </a:defRPr>
    </a:lvl6pPr>
    <a:lvl7pPr indent="1371600" latinLnBrk="0">
      <a:defRPr sz="1200">
        <a:latin typeface="+mj-lt"/>
        <a:ea typeface="+mj-ea"/>
        <a:cs typeface="+mj-cs"/>
        <a:sym typeface="Calibri"/>
      </a:defRPr>
    </a:lvl7pPr>
    <a:lvl8pPr indent="1600200" latinLnBrk="0">
      <a:defRPr sz="1200">
        <a:latin typeface="+mj-lt"/>
        <a:ea typeface="+mj-ea"/>
        <a:cs typeface="+mj-cs"/>
        <a:sym typeface="Calibri"/>
      </a:defRPr>
    </a:lvl8pPr>
    <a:lvl9pPr indent="1828800" latinLnBrk="0">
      <a:defRPr sz="1200">
        <a:latin typeface="+mj-lt"/>
        <a:ea typeface="+mj-ea"/>
        <a:cs typeface="+mj-cs"/>
        <a:sym typeface="Calibri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6499765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dais.korea.ac.kr" TargetMode="Externa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hyperlink" Target="https://dais.korea.ac.kr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hyperlink" Target="https://dais.korea.ac.kr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시작">
    <p:bg>
      <p:bgPr>
        <a:solidFill>
          <a:srgbClr val="134F5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제목 텍스트"/>
          <p:cNvSpPr txBox="1">
            <a:spLocks noGrp="1"/>
          </p:cNvSpPr>
          <p:nvPr>
            <p:ph type="title" hasCustomPrompt="1"/>
          </p:nvPr>
        </p:nvSpPr>
        <p:spPr>
          <a:xfrm>
            <a:off x="1986757" y="1981199"/>
            <a:ext cx="8218486" cy="1524001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lnSpc>
                <a:spcPct val="120000"/>
              </a:lnSpc>
              <a:defRPr sz="3200">
                <a:solidFill>
                  <a:srgbClr val="FFFFFF"/>
                </a:solidFill>
                <a:latin typeface="Arial" panose="020B0604020202020204" pitchFamily="34" charset="0"/>
                <a:ea typeface="Noto Sans CJK KR" panose="020B0500000000000000" pitchFamily="34" charset="-128"/>
                <a:cs typeface="Arial" panose="020B0604020202020204" pitchFamily="34" charset="0"/>
                <a:sym typeface="Malgun Gothic"/>
              </a:defRPr>
            </a:lvl1pPr>
          </a:lstStyle>
          <a:p>
            <a:r>
              <a:rPr dirty="0" err="1"/>
              <a:t>제목</a:t>
            </a:r>
            <a:r>
              <a:rPr dirty="0"/>
              <a:t> </a:t>
            </a:r>
            <a:r>
              <a:rPr dirty="0" err="1"/>
              <a:t>텍스트</a:t>
            </a:r>
            <a:endParaRPr dirty="0"/>
          </a:p>
        </p:txBody>
      </p:sp>
      <p:grpSp>
        <p:nvGrpSpPr>
          <p:cNvPr id="21" name="그룹 7"/>
          <p:cNvGrpSpPr/>
          <p:nvPr/>
        </p:nvGrpSpPr>
        <p:grpSpPr>
          <a:xfrm>
            <a:off x="5239228" y="5845749"/>
            <a:ext cx="654417" cy="576057"/>
            <a:chOff x="-1" y="0"/>
            <a:chExt cx="654416" cy="576056"/>
          </a:xfrm>
        </p:grpSpPr>
        <p:pic>
          <p:nvPicPr>
            <p:cNvPr id="19" name="그림 4" descr="그림 4"/>
            <p:cNvPicPr>
              <a:picLocks noChangeAspect="1"/>
            </p:cNvPicPr>
            <p:nvPr/>
          </p:nvPicPr>
          <p:blipFill>
            <a:blip r:embed="rId2">
              <a:alphaModFix amt="40000"/>
            </a:blip>
            <a:stretch>
              <a:fillRect/>
            </a:stretch>
          </p:blipFill>
          <p:spPr>
            <a:xfrm>
              <a:off x="-1" y="0"/>
              <a:ext cx="576057" cy="576056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20" name="직선 연결선[R] 6"/>
            <p:cNvSpPr/>
            <p:nvPr/>
          </p:nvSpPr>
          <p:spPr>
            <a:xfrm flipH="1">
              <a:off x="654414" y="81170"/>
              <a:ext cx="1" cy="397071"/>
            </a:xfrm>
            <a:prstGeom prst="line">
              <a:avLst/>
            </a:prstGeom>
            <a:noFill/>
            <a:ln w="6350" cap="flat">
              <a:solidFill>
                <a:srgbClr val="FFFFFF">
                  <a:alpha val="24000"/>
                </a:srgbClr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</p:grpSp>
      <p:sp>
        <p:nvSpPr>
          <p:cNvPr id="22" name="선"/>
          <p:cNvSpPr/>
          <p:nvPr userDrawn="1"/>
        </p:nvSpPr>
        <p:spPr>
          <a:xfrm>
            <a:off x="3100074" y="3719191"/>
            <a:ext cx="5991852" cy="1"/>
          </a:xfrm>
          <a:prstGeom prst="line">
            <a:avLst/>
          </a:prstGeom>
          <a:ln w="12700">
            <a:solidFill>
              <a:srgbClr val="FFFFFF">
                <a:alpha val="21000"/>
              </a:srgbClr>
            </a:solidFill>
            <a:miter/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3" name="본문 첫 번째 줄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3740115" y="3959794"/>
            <a:ext cx="4711770" cy="406401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60000"/>
              </a:lnSpc>
              <a:spcBef>
                <a:spcPts val="1200"/>
              </a:spcBef>
              <a:buClrTx/>
              <a:buSzTx/>
              <a:buFontTx/>
              <a:buNone/>
              <a:defRPr sz="1500">
                <a:solidFill>
                  <a:srgbClr val="FFFFFF">
                    <a:alpha val="90000"/>
                  </a:srgbClr>
                </a:solidFill>
                <a:latin typeface="Arial" panose="020B0604020202020204" pitchFamily="34" charset="0"/>
                <a:ea typeface="Noto Sans CJK KR" panose="020B0500000000000000" pitchFamily="34" charset="-128"/>
                <a:cs typeface="Arial" panose="020B0604020202020204" pitchFamily="34" charset="0"/>
              </a:defRPr>
            </a:lvl1pPr>
            <a:lvl2pPr marL="228600" indent="0" algn="ctr">
              <a:lnSpc>
                <a:spcPct val="60000"/>
              </a:lnSpc>
              <a:spcBef>
                <a:spcPts val="1200"/>
              </a:spcBef>
              <a:buClrTx/>
              <a:buFontTx/>
              <a:buNone/>
              <a:defRPr sz="1500">
                <a:solidFill>
                  <a:srgbClr val="FFFFFF">
                    <a:alpha val="90000"/>
                  </a:srgbClr>
                </a:solidFill>
                <a:latin typeface="Arial" panose="020B0604020202020204" pitchFamily="34" charset="0"/>
                <a:ea typeface="Noto Sans CJK KR" panose="020B0500000000000000" pitchFamily="34" charset="-128"/>
                <a:cs typeface="Arial" panose="020B0604020202020204" pitchFamily="34" charset="0"/>
              </a:defRPr>
            </a:lvl2pPr>
            <a:lvl3pPr marL="457200" indent="0" algn="ctr">
              <a:lnSpc>
                <a:spcPct val="60000"/>
              </a:lnSpc>
              <a:spcBef>
                <a:spcPts val="1200"/>
              </a:spcBef>
              <a:buClrTx/>
              <a:buFontTx/>
              <a:buNone/>
              <a:defRPr sz="1500">
                <a:solidFill>
                  <a:srgbClr val="FFFFFF">
                    <a:alpha val="90000"/>
                  </a:srgbClr>
                </a:solidFill>
                <a:latin typeface="Arial" panose="020B0604020202020204" pitchFamily="34" charset="0"/>
                <a:ea typeface="Noto Sans CJK KR" panose="020B0500000000000000" pitchFamily="34" charset="-128"/>
                <a:cs typeface="Arial" panose="020B0604020202020204" pitchFamily="34" charset="0"/>
              </a:defRPr>
            </a:lvl3pPr>
            <a:lvl4pPr marL="685800" indent="0" algn="ctr">
              <a:lnSpc>
                <a:spcPct val="60000"/>
              </a:lnSpc>
              <a:spcBef>
                <a:spcPts val="1200"/>
              </a:spcBef>
              <a:buClrTx/>
              <a:buFontTx/>
              <a:buNone/>
              <a:defRPr sz="1500">
                <a:solidFill>
                  <a:srgbClr val="FFFFFF">
                    <a:alpha val="90000"/>
                  </a:srgbClr>
                </a:solidFill>
                <a:latin typeface="Arial" panose="020B0604020202020204" pitchFamily="34" charset="0"/>
                <a:ea typeface="Noto Sans CJK KR" panose="020B0500000000000000" pitchFamily="34" charset="-128"/>
                <a:cs typeface="Arial" panose="020B0604020202020204" pitchFamily="34" charset="0"/>
              </a:defRPr>
            </a:lvl4pPr>
            <a:lvl5pPr algn="ctr">
              <a:lnSpc>
                <a:spcPct val="60000"/>
              </a:lnSpc>
              <a:spcBef>
                <a:spcPts val="1200"/>
              </a:spcBef>
              <a:buClrTx/>
              <a:buFontTx/>
              <a:defRPr sz="1500">
                <a:solidFill>
                  <a:srgbClr val="FFFFFF">
                    <a:alpha val="90000"/>
                  </a:srgbClr>
                </a:solidFill>
                <a:latin typeface="Arial" panose="020B0604020202020204" pitchFamily="34" charset="0"/>
                <a:ea typeface="Noto Sans CJK KR" panose="020B0500000000000000" pitchFamily="34" charset="-128"/>
                <a:cs typeface="Arial" panose="020B0604020202020204" pitchFamily="34" charset="0"/>
              </a:defRPr>
            </a:lvl5pPr>
          </a:lstStyle>
          <a:p>
            <a:r>
              <a:rPr lang="ko-KR" altLang="en-US" dirty="0"/>
              <a:t>본문 첫 번째 줄</a:t>
            </a:r>
          </a:p>
        </p:txBody>
      </p:sp>
      <p:sp>
        <p:nvSpPr>
          <p:cNvPr id="11" name="Test">
            <a:extLst>
              <a:ext uri="{FF2B5EF4-FFF2-40B4-BE49-F238E27FC236}">
                <a16:creationId xmlns:a16="http://schemas.microsoft.com/office/drawing/2014/main" id="{3DC1D50B-2B16-579A-CB1E-36645CD3A569}"/>
              </a:ext>
            </a:extLst>
          </p:cNvPr>
          <p:cNvSpPr txBox="1">
            <a:spLocks/>
          </p:cNvSpPr>
          <p:nvPr userDrawn="1"/>
        </p:nvSpPr>
        <p:spPr>
          <a:xfrm>
            <a:off x="6028493" y="5935241"/>
            <a:ext cx="1671790" cy="39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>
            <a:normAutofit/>
          </a:bodyPr>
          <a:lstStyle>
            <a:lvl1pPr marL="0" marR="0" indent="0" algn="l" defTabSz="914400" latinLnBrk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200" b="1" i="0" u="none" strike="noStrike" cap="none" spc="0" baseline="0">
                <a:solidFill>
                  <a:srgbClr val="224752"/>
                </a:solidFill>
                <a:uFillTx/>
                <a:latin typeface="Arial" panose="020B0604020202020204" pitchFamily="34" charset="0"/>
                <a:ea typeface="맑은 고딕"/>
                <a:cs typeface="Arial" panose="020B0604020202020204" pitchFamily="34" charset="0"/>
                <a:sym typeface="맑은 고딕"/>
              </a:defRPr>
            </a:lvl1pPr>
            <a:lvl2pPr marL="0" marR="0" indent="0" algn="l" defTabSz="914400" latinLnBrk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200" b="1" i="0" u="none" strike="noStrike" cap="none" spc="0" baseline="0">
                <a:solidFill>
                  <a:srgbClr val="224752"/>
                </a:solidFill>
                <a:uFillTx/>
                <a:latin typeface="맑은 고딕"/>
                <a:ea typeface="맑은 고딕"/>
                <a:cs typeface="맑은 고딕"/>
                <a:sym typeface="맑은 고딕"/>
              </a:defRPr>
            </a:lvl2pPr>
            <a:lvl3pPr marL="0" marR="0" indent="0" algn="l" defTabSz="914400" latinLnBrk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200" b="1" i="0" u="none" strike="noStrike" cap="none" spc="0" baseline="0">
                <a:solidFill>
                  <a:srgbClr val="224752"/>
                </a:solidFill>
                <a:uFillTx/>
                <a:latin typeface="맑은 고딕"/>
                <a:ea typeface="맑은 고딕"/>
                <a:cs typeface="맑은 고딕"/>
                <a:sym typeface="맑은 고딕"/>
              </a:defRPr>
            </a:lvl3pPr>
            <a:lvl4pPr marL="0" marR="0" indent="0" algn="l" defTabSz="914400" latinLnBrk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200" b="1" i="0" u="none" strike="noStrike" cap="none" spc="0" baseline="0">
                <a:solidFill>
                  <a:srgbClr val="224752"/>
                </a:solidFill>
                <a:uFillTx/>
                <a:latin typeface="맑은 고딕"/>
                <a:ea typeface="맑은 고딕"/>
                <a:cs typeface="맑은 고딕"/>
                <a:sym typeface="맑은 고딕"/>
              </a:defRPr>
            </a:lvl4pPr>
            <a:lvl5pPr marL="0" marR="0" indent="0" algn="l" defTabSz="914400" latinLnBrk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200" b="1" i="0" u="none" strike="noStrike" cap="none" spc="0" baseline="0">
                <a:solidFill>
                  <a:srgbClr val="224752"/>
                </a:solidFill>
                <a:uFillTx/>
                <a:latin typeface="맑은 고딕"/>
                <a:ea typeface="맑은 고딕"/>
                <a:cs typeface="맑은 고딕"/>
                <a:sym typeface="맑은 고딕"/>
              </a:defRPr>
            </a:lvl5pPr>
            <a:lvl6pPr marL="0" marR="0" indent="0" algn="l" defTabSz="914400" latinLnBrk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200" b="1" i="0" u="none" strike="noStrike" cap="none" spc="0" baseline="0">
                <a:solidFill>
                  <a:srgbClr val="224752"/>
                </a:solidFill>
                <a:uFillTx/>
                <a:latin typeface="맑은 고딕"/>
                <a:ea typeface="맑은 고딕"/>
                <a:cs typeface="맑은 고딕"/>
                <a:sym typeface="맑은 고딕"/>
              </a:defRPr>
            </a:lvl6pPr>
            <a:lvl7pPr marL="0" marR="0" indent="0" algn="l" defTabSz="914400" latinLnBrk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200" b="1" i="0" u="none" strike="noStrike" cap="none" spc="0" baseline="0">
                <a:solidFill>
                  <a:srgbClr val="224752"/>
                </a:solidFill>
                <a:uFillTx/>
                <a:latin typeface="맑은 고딕"/>
                <a:ea typeface="맑은 고딕"/>
                <a:cs typeface="맑은 고딕"/>
                <a:sym typeface="맑은 고딕"/>
              </a:defRPr>
            </a:lvl7pPr>
            <a:lvl8pPr marL="0" marR="0" indent="0" algn="l" defTabSz="914400" latinLnBrk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200" b="1" i="0" u="none" strike="noStrike" cap="none" spc="0" baseline="0">
                <a:solidFill>
                  <a:srgbClr val="224752"/>
                </a:solidFill>
                <a:uFillTx/>
                <a:latin typeface="맑은 고딕"/>
                <a:ea typeface="맑은 고딕"/>
                <a:cs typeface="맑은 고딕"/>
                <a:sym typeface="맑은 고딕"/>
              </a:defRPr>
            </a:lvl8pPr>
            <a:lvl9pPr marL="0" marR="0" indent="0" algn="l" defTabSz="914400" latinLnBrk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200" b="1" i="0" u="none" strike="noStrike" cap="none" spc="0" baseline="0">
                <a:solidFill>
                  <a:srgbClr val="224752"/>
                </a:solidFill>
                <a:uFillTx/>
                <a:latin typeface="맑은 고딕"/>
                <a:ea typeface="맑은 고딕"/>
                <a:cs typeface="맑은 고딕"/>
                <a:sym typeface="맑은 고딕"/>
              </a:defRPr>
            </a:lvl9pPr>
          </a:lstStyle>
          <a:p>
            <a:pPr hangingPunct="1"/>
            <a:r>
              <a:rPr lang="en" sz="1050" dirty="0">
                <a:solidFill>
                  <a:srgbClr val="BCC9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COSE 362 </a:t>
            </a:r>
          </a:p>
          <a:p>
            <a:pPr hangingPunct="1"/>
            <a:r>
              <a:rPr lang="en" sz="1050" dirty="0">
                <a:solidFill>
                  <a:srgbClr val="BCC9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Machine Learning</a:t>
            </a:r>
          </a:p>
        </p:txBody>
      </p:sp>
    </p:spTree>
    <p:extLst>
      <p:ext uri="{BB962C8B-B14F-4D97-AF65-F5344CB8AC3E}">
        <p14:creationId xmlns:p14="http://schemas.microsoft.com/office/powerpoint/2010/main" val="63185012"/>
      </p:ext>
    </p:extLst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 구분">
    <p:bg>
      <p:bgPr>
        <a:solidFill>
          <a:srgbClr val="124E5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9EAB00E-261D-8F62-4A00-1E24A6A694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6232" y="2766218"/>
            <a:ext cx="6555267" cy="1325563"/>
          </a:xfrm>
          <a:prstGeom prst="rect">
            <a:avLst/>
          </a:prstGeom>
        </p:spPr>
        <p:txBody>
          <a:bodyPr anchor="ctr"/>
          <a:lstStyle>
            <a:lvl1pPr>
              <a:defRPr sz="4400">
                <a:solidFill>
                  <a:srgbClr val="EBEFF0"/>
                </a:solidFill>
              </a:defRPr>
            </a:lvl1pPr>
          </a:lstStyle>
          <a:p>
            <a:r>
              <a:rPr kumimoji="1" lang="ko-KR" altLang="en-US"/>
              <a:t>마스터 제목 스타일 편집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2520BB74-FF11-CD15-1906-8FC6DA6836DB}"/>
              </a:ext>
            </a:extLst>
          </p:cNvPr>
          <p:cNvPicPr>
            <a:picLocks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361499" y="3416300"/>
            <a:ext cx="2160000" cy="254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5728916"/>
      </p:ext>
    </p:extLst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목차4항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직사각형"/>
          <p:cNvSpPr/>
          <p:nvPr/>
        </p:nvSpPr>
        <p:spPr>
          <a:xfrm>
            <a:off x="1" y="-1"/>
            <a:ext cx="3776285" cy="6858001"/>
          </a:xfrm>
          <a:prstGeom prst="rect">
            <a:avLst/>
          </a:prstGeom>
          <a:solidFill>
            <a:srgbClr val="104853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latin typeface="맑은 고딕"/>
                <a:ea typeface="맑은 고딕"/>
                <a:cs typeface="맑은 고딕"/>
                <a:sym typeface="맑은 고딕"/>
              </a:defRPr>
            </a:pPr>
            <a:endParaRPr/>
          </a:p>
        </p:txBody>
      </p:sp>
      <p:sp>
        <p:nvSpPr>
          <p:cNvPr id="36" name="텍스트 개체 틀 24"/>
          <p:cNvSpPr>
            <a:spLocks noGrp="1"/>
          </p:cNvSpPr>
          <p:nvPr>
            <p:ph type="body" sz="quarter" idx="24"/>
          </p:nvPr>
        </p:nvSpPr>
        <p:spPr>
          <a:xfrm>
            <a:off x="5181600" y="5871685"/>
            <a:ext cx="6350000" cy="457201"/>
          </a:xfrm>
          <a:prstGeom prst="rect">
            <a:avLst/>
          </a:prstGeom>
        </p:spPr>
        <p:txBody>
          <a:bodyPr anchor="ctr"/>
          <a:lstStyle>
            <a:lvl1pPr>
              <a:defRPr>
                <a:latin typeface="Arial" panose="020B0604020202020204" pitchFamily="34" charset="0"/>
                <a:ea typeface="Noto Sans CJK KR" panose="020B0500000000000000" pitchFamily="34" charset="-128"/>
                <a:cs typeface="Arial" panose="020B0604020202020204" pitchFamily="34" charset="0"/>
              </a:defRPr>
            </a:lvl1pPr>
          </a:lstStyle>
          <a:p>
            <a:pPr marL="0" indent="0" algn="r">
              <a:buClrTx/>
              <a:buSzTx/>
              <a:buFontTx/>
              <a:buNone/>
              <a:defRPr sz="1800" b="1">
                <a:solidFill>
                  <a:srgbClr val="465867"/>
                </a:solidFill>
              </a:defRPr>
            </a:pPr>
            <a:endParaRPr dirty="0"/>
          </a:p>
        </p:txBody>
      </p:sp>
      <p:sp>
        <p:nvSpPr>
          <p:cNvPr id="37" name="텍스트 개체 틀 24"/>
          <p:cNvSpPr/>
          <p:nvPr/>
        </p:nvSpPr>
        <p:spPr>
          <a:xfrm>
            <a:off x="4490245" y="4184117"/>
            <a:ext cx="508001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>
            <a:normAutofit/>
          </a:bodyPr>
          <a:lstStyle>
            <a:lvl1pPr algn="r">
              <a:lnSpc>
                <a:spcPct val="120000"/>
              </a:lnSpc>
              <a:spcBef>
                <a:spcPts val="2000"/>
              </a:spcBef>
              <a:defRPr sz="1400">
                <a:ln w="6350" cap="flat">
                  <a:solidFill>
                    <a:srgbClr val="224752"/>
                  </a:solidFill>
                  <a:prstDash val="solid"/>
                  <a:miter lim="400000"/>
                </a:ln>
                <a:solidFill>
                  <a:srgbClr val="FEFFFE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1pPr>
          </a:lstStyle>
          <a:p>
            <a:r>
              <a:rPr b="1" dirty="0">
                <a:latin typeface="Arial" panose="020B0604020202020204" pitchFamily="34" charset="0"/>
                <a:cs typeface="Arial" panose="020B0604020202020204" pitchFamily="34" charset="0"/>
              </a:rPr>
              <a:t>01</a:t>
            </a:r>
          </a:p>
        </p:txBody>
      </p:sp>
      <p:sp>
        <p:nvSpPr>
          <p:cNvPr id="38" name="텍스트 개체 틀 24"/>
          <p:cNvSpPr/>
          <p:nvPr/>
        </p:nvSpPr>
        <p:spPr>
          <a:xfrm>
            <a:off x="4490245" y="4768475"/>
            <a:ext cx="508001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>
            <a:normAutofit/>
          </a:bodyPr>
          <a:lstStyle>
            <a:lvl1pPr algn="r">
              <a:lnSpc>
                <a:spcPct val="120000"/>
              </a:lnSpc>
              <a:spcBef>
                <a:spcPts val="2000"/>
              </a:spcBef>
              <a:defRPr sz="1400">
                <a:ln w="6350" cap="flat">
                  <a:solidFill>
                    <a:srgbClr val="224752"/>
                  </a:solidFill>
                  <a:prstDash val="solid"/>
                  <a:miter lim="400000"/>
                </a:ln>
                <a:solidFill>
                  <a:srgbClr val="FEFFFE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1pPr>
          </a:lstStyle>
          <a:p>
            <a:r>
              <a:rPr b="1">
                <a:latin typeface="Arial" panose="020B0604020202020204" pitchFamily="34" charset="0"/>
                <a:cs typeface="Arial" panose="020B0604020202020204" pitchFamily="34" charset="0"/>
              </a:rPr>
              <a:t>02</a:t>
            </a:r>
          </a:p>
        </p:txBody>
      </p:sp>
      <p:sp>
        <p:nvSpPr>
          <p:cNvPr id="39" name="텍스트 개체 틀 24"/>
          <p:cNvSpPr/>
          <p:nvPr/>
        </p:nvSpPr>
        <p:spPr>
          <a:xfrm>
            <a:off x="4490245" y="5333704"/>
            <a:ext cx="508001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>
            <a:normAutofit/>
          </a:bodyPr>
          <a:lstStyle>
            <a:lvl1pPr algn="r">
              <a:lnSpc>
                <a:spcPct val="120000"/>
              </a:lnSpc>
              <a:spcBef>
                <a:spcPts val="2000"/>
              </a:spcBef>
              <a:defRPr sz="1400">
                <a:ln w="6350" cap="flat">
                  <a:solidFill>
                    <a:srgbClr val="224752"/>
                  </a:solidFill>
                  <a:prstDash val="solid"/>
                  <a:miter lim="400000"/>
                </a:ln>
                <a:solidFill>
                  <a:srgbClr val="FEFFFE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1pPr>
          </a:lstStyle>
          <a:p>
            <a:r>
              <a:rPr b="1">
                <a:latin typeface="Arial" panose="020B0604020202020204" pitchFamily="34" charset="0"/>
                <a:cs typeface="Arial" panose="020B0604020202020204" pitchFamily="34" charset="0"/>
              </a:rPr>
              <a:t>03</a:t>
            </a:r>
          </a:p>
        </p:txBody>
      </p:sp>
      <p:sp>
        <p:nvSpPr>
          <p:cNvPr id="40" name="텍스트 개체 틀 24"/>
          <p:cNvSpPr/>
          <p:nvPr/>
        </p:nvSpPr>
        <p:spPr>
          <a:xfrm>
            <a:off x="4490245" y="5898933"/>
            <a:ext cx="508001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>
            <a:normAutofit/>
          </a:bodyPr>
          <a:lstStyle>
            <a:lvl1pPr algn="r">
              <a:lnSpc>
                <a:spcPct val="120000"/>
              </a:lnSpc>
              <a:spcBef>
                <a:spcPts val="2000"/>
              </a:spcBef>
              <a:defRPr sz="1400">
                <a:ln w="6350" cap="flat">
                  <a:solidFill>
                    <a:srgbClr val="224752"/>
                  </a:solidFill>
                  <a:prstDash val="solid"/>
                  <a:miter lim="400000"/>
                </a:ln>
                <a:solidFill>
                  <a:srgbClr val="FEFFFE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1pPr>
          </a:lstStyle>
          <a:p>
            <a:r>
              <a:rPr b="1">
                <a:latin typeface="Arial" panose="020B0604020202020204" pitchFamily="34" charset="0"/>
                <a:cs typeface="Arial" panose="020B0604020202020204" pitchFamily="34" charset="0"/>
              </a:rPr>
              <a:t>04</a:t>
            </a:r>
          </a:p>
        </p:txBody>
      </p:sp>
      <p:sp>
        <p:nvSpPr>
          <p:cNvPr id="41" name="텍스트 개체 틀 24"/>
          <p:cNvSpPr/>
          <p:nvPr userDrawn="1"/>
        </p:nvSpPr>
        <p:spPr>
          <a:xfrm>
            <a:off x="9128216" y="632566"/>
            <a:ext cx="2485921" cy="75341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normAutofit lnSpcReduction="10000"/>
          </a:bodyPr>
          <a:lstStyle>
            <a:lvl1pPr algn="r">
              <a:lnSpc>
                <a:spcPct val="120000"/>
              </a:lnSpc>
              <a:spcBef>
                <a:spcPts val="2000"/>
              </a:spcBef>
              <a:defRPr sz="4200" b="1">
                <a:solidFill>
                  <a:srgbClr val="455766">
                    <a:alpha val="70000"/>
                  </a:srgbClr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Contents</a:t>
            </a:r>
          </a:p>
        </p:txBody>
      </p:sp>
      <p:sp>
        <p:nvSpPr>
          <p:cNvPr id="44" name="텍스트 개체 틀 24"/>
          <p:cNvSpPr/>
          <p:nvPr userDrawn="1"/>
        </p:nvSpPr>
        <p:spPr>
          <a:xfrm>
            <a:off x="302679" y="5865036"/>
            <a:ext cx="3245591" cy="4620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/>
          <a:lstStyle/>
          <a:p>
            <a:pPr algn="l">
              <a:lnSpc>
                <a:spcPct val="20000"/>
              </a:lnSpc>
              <a:spcBef>
                <a:spcPts val="1400"/>
              </a:spcBef>
              <a:defRPr sz="1200">
                <a:solidFill>
                  <a:srgbClr val="7A9097"/>
                </a:solidFill>
                <a:latin typeface="맑은 고딕"/>
                <a:ea typeface="맑은 고딕"/>
                <a:cs typeface="맑은 고딕"/>
                <a:sym typeface="맑은 고딕"/>
              </a:defRPr>
            </a:pPr>
            <a:r>
              <a:rPr spc="-20" baseline="0" dirty="0">
                <a:latin typeface="Arial" panose="020B0604020202020204" pitchFamily="34" charset="0"/>
                <a:cs typeface="Arial" panose="020B0604020202020204" pitchFamily="34" charset="0"/>
              </a:rPr>
              <a:t>Data and Adaptive Intelligence Systems Lab</a:t>
            </a:r>
            <a:endParaRPr i="1" spc="-20" baseline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>
              <a:lnSpc>
                <a:spcPct val="20000"/>
              </a:lnSpc>
              <a:spcBef>
                <a:spcPts val="1400"/>
              </a:spcBef>
              <a:defRPr sz="1200" i="1">
                <a:solidFill>
                  <a:srgbClr val="7A9097"/>
                </a:solidFill>
                <a:latin typeface="맑은 고딕"/>
                <a:ea typeface="맑은 고딕"/>
                <a:cs typeface="맑은 고딕"/>
                <a:sym typeface="맑은 고딕"/>
              </a:defRPr>
            </a:pPr>
            <a:r>
              <a:rPr spc="-20" baseline="0" dirty="0">
                <a:solidFill>
                  <a:srgbClr val="7A9098"/>
                </a:solidFill>
                <a:latin typeface="Arial" panose="020B0604020202020204" pitchFamily="34" charset="0"/>
                <a:cs typeface="Arial" panose="020B0604020202020204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https://dais.korea.ac.kr</a:t>
            </a:r>
          </a:p>
        </p:txBody>
      </p:sp>
      <p:sp>
        <p:nvSpPr>
          <p:cNvPr id="45" name="선"/>
          <p:cNvSpPr/>
          <p:nvPr/>
        </p:nvSpPr>
        <p:spPr>
          <a:xfrm>
            <a:off x="5130800" y="4398169"/>
            <a:ext cx="762001" cy="1"/>
          </a:xfrm>
          <a:prstGeom prst="line">
            <a:avLst/>
          </a:prstGeom>
          <a:ln>
            <a:solidFill>
              <a:srgbClr val="91A4A9">
                <a:alpha val="60000"/>
              </a:srgbClr>
            </a:solidFill>
            <a:custDash>
              <a:ds d="200000" sp="200000"/>
            </a:custDash>
            <a:miter lim="400000"/>
          </a:ln>
        </p:spPr>
        <p:txBody>
          <a:bodyPr lIns="45718" tIns="45718" rIns="45718" bIns="45718"/>
          <a:lstStyle/>
          <a:p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6" name="선"/>
          <p:cNvSpPr/>
          <p:nvPr/>
        </p:nvSpPr>
        <p:spPr>
          <a:xfrm>
            <a:off x="5130800" y="4984375"/>
            <a:ext cx="762001" cy="1"/>
          </a:xfrm>
          <a:prstGeom prst="line">
            <a:avLst/>
          </a:prstGeom>
          <a:ln>
            <a:solidFill>
              <a:srgbClr val="91A4A9">
                <a:alpha val="60000"/>
              </a:srgbClr>
            </a:solidFill>
            <a:custDash>
              <a:ds d="200000" sp="200000"/>
            </a:custDash>
            <a:miter lim="400000"/>
          </a:ln>
        </p:spPr>
        <p:txBody>
          <a:bodyPr lIns="45718" tIns="45718" rIns="45718" bIns="45718"/>
          <a:lstStyle/>
          <a:p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7" name="선"/>
          <p:cNvSpPr/>
          <p:nvPr/>
        </p:nvSpPr>
        <p:spPr>
          <a:xfrm>
            <a:off x="5130800" y="5545181"/>
            <a:ext cx="762001" cy="1"/>
          </a:xfrm>
          <a:prstGeom prst="line">
            <a:avLst/>
          </a:prstGeom>
          <a:ln>
            <a:solidFill>
              <a:srgbClr val="91A4A9">
                <a:alpha val="60000"/>
              </a:srgbClr>
            </a:solidFill>
            <a:custDash>
              <a:ds d="200000" sp="200000"/>
            </a:custDash>
            <a:miter lim="400000"/>
          </a:ln>
        </p:spPr>
        <p:txBody>
          <a:bodyPr lIns="45718" tIns="45718" rIns="45718" bIns="45718"/>
          <a:lstStyle/>
          <a:p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8" name="선"/>
          <p:cNvSpPr/>
          <p:nvPr/>
        </p:nvSpPr>
        <p:spPr>
          <a:xfrm>
            <a:off x="5130800" y="6112985"/>
            <a:ext cx="762001" cy="1"/>
          </a:xfrm>
          <a:prstGeom prst="line">
            <a:avLst/>
          </a:prstGeom>
          <a:ln>
            <a:solidFill>
              <a:srgbClr val="91A4A9">
                <a:alpha val="60000"/>
              </a:srgbClr>
            </a:solidFill>
            <a:custDash>
              <a:ds d="200000" sp="200000"/>
            </a:custDash>
            <a:miter lim="400000"/>
          </a:ln>
        </p:spPr>
        <p:txBody>
          <a:bodyPr lIns="45718" tIns="45718" rIns="45718" bIns="45718"/>
          <a:lstStyle/>
          <a:p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0" name="그림 4" descr="그림 4"/>
          <p:cNvPicPr>
            <a:picLocks noChangeAspect="1"/>
          </p:cNvPicPr>
          <p:nvPr/>
        </p:nvPicPr>
        <p:blipFill>
          <a:blip r:embed="rId3">
            <a:alphaModFix amt="35000"/>
          </a:blip>
          <a:stretch>
            <a:fillRect/>
          </a:stretch>
        </p:blipFill>
        <p:spPr>
          <a:xfrm>
            <a:off x="286229" y="295848"/>
            <a:ext cx="576056" cy="576057"/>
          </a:xfrm>
          <a:prstGeom prst="rect">
            <a:avLst/>
          </a:prstGeom>
          <a:ln w="12700">
            <a:miter lim="400000"/>
          </a:ln>
        </p:spPr>
      </p:pic>
      <p:sp>
        <p:nvSpPr>
          <p:cNvPr id="51" name="직선 연결선[R] 6"/>
          <p:cNvSpPr/>
          <p:nvPr/>
        </p:nvSpPr>
        <p:spPr>
          <a:xfrm>
            <a:off x="940643" y="377019"/>
            <a:ext cx="1" cy="397071"/>
          </a:xfrm>
          <a:prstGeom prst="line">
            <a:avLst/>
          </a:prstGeom>
          <a:ln w="6350">
            <a:solidFill>
              <a:srgbClr val="FFFFFF">
                <a:alpha val="24000"/>
              </a:srgbClr>
            </a:solidFill>
            <a:miter/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7" name="텍스트 개체 틀 24">
            <a:extLst>
              <a:ext uri="{FF2B5EF4-FFF2-40B4-BE49-F238E27FC236}">
                <a16:creationId xmlns:a16="http://schemas.microsoft.com/office/drawing/2014/main" id="{B0EDEDEE-EBF1-F83B-36FD-878851B20C16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5181600" y="5315516"/>
            <a:ext cx="6350000" cy="457201"/>
          </a:xfrm>
          <a:prstGeom prst="rect">
            <a:avLst/>
          </a:prstGeom>
        </p:spPr>
        <p:txBody>
          <a:bodyPr anchor="ctr"/>
          <a:lstStyle>
            <a:lvl1pPr>
              <a:defRPr>
                <a:latin typeface="Arial" panose="020B0604020202020204" pitchFamily="34" charset="0"/>
                <a:ea typeface="Noto Sans CJK KR" panose="020B0500000000000000" pitchFamily="34" charset="-128"/>
                <a:cs typeface="Arial" panose="020B0604020202020204" pitchFamily="34" charset="0"/>
              </a:defRPr>
            </a:lvl1pPr>
          </a:lstStyle>
          <a:p>
            <a:pPr marL="0" indent="0" algn="r">
              <a:buClrTx/>
              <a:buSzTx/>
              <a:buFontTx/>
              <a:buNone/>
              <a:defRPr sz="1800" b="1">
                <a:solidFill>
                  <a:srgbClr val="465867"/>
                </a:solidFill>
              </a:defRPr>
            </a:pPr>
            <a:endParaRPr dirty="0"/>
          </a:p>
        </p:txBody>
      </p:sp>
      <p:sp>
        <p:nvSpPr>
          <p:cNvPr id="8" name="텍스트 개체 틀 24">
            <a:extLst>
              <a:ext uri="{FF2B5EF4-FFF2-40B4-BE49-F238E27FC236}">
                <a16:creationId xmlns:a16="http://schemas.microsoft.com/office/drawing/2014/main" id="{A8681D97-78B8-40E0-2FF4-3091581A79C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5181600" y="4749187"/>
            <a:ext cx="6350000" cy="457201"/>
          </a:xfrm>
          <a:prstGeom prst="rect">
            <a:avLst/>
          </a:prstGeom>
        </p:spPr>
        <p:txBody>
          <a:bodyPr anchor="ctr"/>
          <a:lstStyle>
            <a:lvl1pPr>
              <a:defRPr>
                <a:latin typeface="Arial" panose="020B0604020202020204" pitchFamily="34" charset="0"/>
                <a:ea typeface="Noto Sans CJK KR" panose="020B0500000000000000" pitchFamily="34" charset="-128"/>
                <a:cs typeface="Arial" panose="020B0604020202020204" pitchFamily="34" charset="0"/>
              </a:defRPr>
            </a:lvl1pPr>
          </a:lstStyle>
          <a:p>
            <a:pPr marL="0" indent="0" algn="r">
              <a:buClrTx/>
              <a:buSzTx/>
              <a:buFontTx/>
              <a:buNone/>
              <a:defRPr sz="1800" b="1">
                <a:solidFill>
                  <a:srgbClr val="465867"/>
                </a:solidFill>
              </a:defRPr>
            </a:pPr>
            <a:endParaRPr dirty="0"/>
          </a:p>
        </p:txBody>
      </p:sp>
      <p:sp>
        <p:nvSpPr>
          <p:cNvPr id="9" name="텍스트 개체 틀 24">
            <a:extLst>
              <a:ext uri="{FF2B5EF4-FFF2-40B4-BE49-F238E27FC236}">
                <a16:creationId xmlns:a16="http://schemas.microsoft.com/office/drawing/2014/main" id="{31F2AE75-4541-35C7-0A4A-5D530F116F4B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181600" y="4169568"/>
            <a:ext cx="6350000" cy="457201"/>
          </a:xfrm>
          <a:prstGeom prst="rect">
            <a:avLst/>
          </a:prstGeom>
        </p:spPr>
        <p:txBody>
          <a:bodyPr anchor="ctr"/>
          <a:lstStyle>
            <a:lvl1pPr>
              <a:defRPr>
                <a:latin typeface="Arial" panose="020B0604020202020204" pitchFamily="34" charset="0"/>
                <a:ea typeface="Noto Sans CJK KR" panose="020B0500000000000000" pitchFamily="34" charset="-128"/>
                <a:cs typeface="Arial" panose="020B0604020202020204" pitchFamily="34" charset="0"/>
              </a:defRPr>
            </a:lvl1pPr>
          </a:lstStyle>
          <a:p>
            <a:pPr marL="0" indent="0" algn="r">
              <a:buClrTx/>
              <a:buSzTx/>
              <a:buFontTx/>
              <a:buNone/>
              <a:defRPr sz="1800" b="1">
                <a:solidFill>
                  <a:srgbClr val="465867"/>
                </a:solidFill>
              </a:defRPr>
            </a:pPr>
            <a:endParaRPr dirty="0"/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ECD8A4DC-89FC-1548-1E87-145919EE6C16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298929" y="4868139"/>
            <a:ext cx="2408414" cy="26180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400" b="1">
                <a:solidFill>
                  <a:srgbClr val="7A9098"/>
                </a:solidFill>
              </a:defRPr>
            </a:lvl1pPr>
          </a:lstStyle>
          <a:p>
            <a:pPr lvl="0"/>
            <a:r>
              <a:rPr kumimoji="1" lang="en-US" altLang="ko-KR" dirty="0"/>
              <a:t>Name</a:t>
            </a:r>
            <a:endParaRPr kumimoji="1" lang="ko-KR" altLang="en-US" dirty="0"/>
          </a:p>
        </p:txBody>
      </p:sp>
      <p:sp>
        <p:nvSpPr>
          <p:cNvPr id="10" name="텍스트 개체 틀 5">
            <a:extLst>
              <a:ext uri="{FF2B5EF4-FFF2-40B4-BE49-F238E27FC236}">
                <a16:creationId xmlns:a16="http://schemas.microsoft.com/office/drawing/2014/main" id="{079BD84B-1318-4B24-C2AA-E8873BD3B15E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298929" y="5157794"/>
            <a:ext cx="2408414" cy="21637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buNone/>
              <a:defRPr sz="1100" b="0">
                <a:solidFill>
                  <a:srgbClr val="7A9098"/>
                </a:solidFill>
              </a:defRPr>
            </a:lvl1pPr>
          </a:lstStyle>
          <a:p>
            <a:pPr lvl="0"/>
            <a:r>
              <a:rPr kumimoji="1" lang="en-US" altLang="ko-KR" dirty="0"/>
              <a:t>Position, Korea University</a:t>
            </a:r>
            <a:endParaRPr kumimoji="1" lang="ko-KR" altLang="en-US" dirty="0"/>
          </a:p>
        </p:txBody>
      </p:sp>
      <p:sp>
        <p:nvSpPr>
          <p:cNvPr id="11" name="텍스트 개체 틀 5">
            <a:extLst>
              <a:ext uri="{FF2B5EF4-FFF2-40B4-BE49-F238E27FC236}">
                <a16:creationId xmlns:a16="http://schemas.microsoft.com/office/drawing/2014/main" id="{7C77978A-43C5-B8CD-5871-A1C221E3C88F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298928" y="5390654"/>
            <a:ext cx="3171247" cy="21637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buNone/>
              <a:defRPr sz="1100" b="0">
                <a:solidFill>
                  <a:srgbClr val="7A9098"/>
                </a:solidFill>
              </a:defRPr>
            </a:lvl1pPr>
          </a:lstStyle>
          <a:p>
            <a:pPr lvl="0"/>
            <a:r>
              <a:rPr kumimoji="1" lang="en-US" altLang="ko-KR" dirty="0" err="1"/>
              <a:t>email@korea.ac.kr</a:t>
            </a:r>
            <a:endParaRPr kumimoji="1" lang="ko-KR" altLang="en-US" dirty="0"/>
          </a:p>
        </p:txBody>
      </p:sp>
      <p:sp>
        <p:nvSpPr>
          <p:cNvPr id="3" name="Test">
            <a:extLst>
              <a:ext uri="{FF2B5EF4-FFF2-40B4-BE49-F238E27FC236}">
                <a16:creationId xmlns:a16="http://schemas.microsoft.com/office/drawing/2014/main" id="{ADFCB71A-A9A7-5488-2918-694109AA3F0A}"/>
              </a:ext>
            </a:extLst>
          </p:cNvPr>
          <p:cNvSpPr txBox="1">
            <a:spLocks/>
          </p:cNvSpPr>
          <p:nvPr userDrawn="1"/>
        </p:nvSpPr>
        <p:spPr>
          <a:xfrm>
            <a:off x="1118159" y="377019"/>
            <a:ext cx="1671790" cy="39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>
            <a:normAutofit/>
          </a:bodyPr>
          <a:lstStyle>
            <a:lvl1pPr marL="0" marR="0" indent="0" algn="l" defTabSz="914400" latinLnBrk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200" b="1" i="0" u="none" strike="noStrike" cap="none" spc="0" baseline="0">
                <a:solidFill>
                  <a:srgbClr val="224752"/>
                </a:solidFill>
                <a:uFillTx/>
                <a:latin typeface="Arial" panose="020B0604020202020204" pitchFamily="34" charset="0"/>
                <a:ea typeface="맑은 고딕"/>
                <a:cs typeface="Arial" panose="020B0604020202020204" pitchFamily="34" charset="0"/>
                <a:sym typeface="맑은 고딕"/>
              </a:defRPr>
            </a:lvl1pPr>
            <a:lvl2pPr marL="0" marR="0" indent="0" algn="l" defTabSz="914400" latinLnBrk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200" b="1" i="0" u="none" strike="noStrike" cap="none" spc="0" baseline="0">
                <a:solidFill>
                  <a:srgbClr val="224752"/>
                </a:solidFill>
                <a:uFillTx/>
                <a:latin typeface="맑은 고딕"/>
                <a:ea typeface="맑은 고딕"/>
                <a:cs typeface="맑은 고딕"/>
                <a:sym typeface="맑은 고딕"/>
              </a:defRPr>
            </a:lvl2pPr>
            <a:lvl3pPr marL="0" marR="0" indent="0" algn="l" defTabSz="914400" latinLnBrk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200" b="1" i="0" u="none" strike="noStrike" cap="none" spc="0" baseline="0">
                <a:solidFill>
                  <a:srgbClr val="224752"/>
                </a:solidFill>
                <a:uFillTx/>
                <a:latin typeface="맑은 고딕"/>
                <a:ea typeface="맑은 고딕"/>
                <a:cs typeface="맑은 고딕"/>
                <a:sym typeface="맑은 고딕"/>
              </a:defRPr>
            </a:lvl3pPr>
            <a:lvl4pPr marL="0" marR="0" indent="0" algn="l" defTabSz="914400" latinLnBrk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200" b="1" i="0" u="none" strike="noStrike" cap="none" spc="0" baseline="0">
                <a:solidFill>
                  <a:srgbClr val="224752"/>
                </a:solidFill>
                <a:uFillTx/>
                <a:latin typeface="맑은 고딕"/>
                <a:ea typeface="맑은 고딕"/>
                <a:cs typeface="맑은 고딕"/>
                <a:sym typeface="맑은 고딕"/>
              </a:defRPr>
            </a:lvl4pPr>
            <a:lvl5pPr marL="0" marR="0" indent="0" algn="l" defTabSz="914400" latinLnBrk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200" b="1" i="0" u="none" strike="noStrike" cap="none" spc="0" baseline="0">
                <a:solidFill>
                  <a:srgbClr val="224752"/>
                </a:solidFill>
                <a:uFillTx/>
                <a:latin typeface="맑은 고딕"/>
                <a:ea typeface="맑은 고딕"/>
                <a:cs typeface="맑은 고딕"/>
                <a:sym typeface="맑은 고딕"/>
              </a:defRPr>
            </a:lvl5pPr>
            <a:lvl6pPr marL="0" marR="0" indent="0" algn="l" defTabSz="914400" latinLnBrk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200" b="1" i="0" u="none" strike="noStrike" cap="none" spc="0" baseline="0">
                <a:solidFill>
                  <a:srgbClr val="224752"/>
                </a:solidFill>
                <a:uFillTx/>
                <a:latin typeface="맑은 고딕"/>
                <a:ea typeface="맑은 고딕"/>
                <a:cs typeface="맑은 고딕"/>
                <a:sym typeface="맑은 고딕"/>
              </a:defRPr>
            </a:lvl6pPr>
            <a:lvl7pPr marL="0" marR="0" indent="0" algn="l" defTabSz="914400" latinLnBrk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200" b="1" i="0" u="none" strike="noStrike" cap="none" spc="0" baseline="0">
                <a:solidFill>
                  <a:srgbClr val="224752"/>
                </a:solidFill>
                <a:uFillTx/>
                <a:latin typeface="맑은 고딕"/>
                <a:ea typeface="맑은 고딕"/>
                <a:cs typeface="맑은 고딕"/>
                <a:sym typeface="맑은 고딕"/>
              </a:defRPr>
            </a:lvl7pPr>
            <a:lvl8pPr marL="0" marR="0" indent="0" algn="l" defTabSz="914400" latinLnBrk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200" b="1" i="0" u="none" strike="noStrike" cap="none" spc="0" baseline="0">
                <a:solidFill>
                  <a:srgbClr val="224752"/>
                </a:solidFill>
                <a:uFillTx/>
                <a:latin typeface="맑은 고딕"/>
                <a:ea typeface="맑은 고딕"/>
                <a:cs typeface="맑은 고딕"/>
                <a:sym typeface="맑은 고딕"/>
              </a:defRPr>
            </a:lvl8pPr>
            <a:lvl9pPr marL="0" marR="0" indent="0" algn="l" defTabSz="914400" latinLnBrk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200" b="1" i="0" u="none" strike="noStrike" cap="none" spc="0" baseline="0">
                <a:solidFill>
                  <a:srgbClr val="224752"/>
                </a:solidFill>
                <a:uFillTx/>
                <a:latin typeface="맑은 고딕"/>
                <a:ea typeface="맑은 고딕"/>
                <a:cs typeface="맑은 고딕"/>
                <a:sym typeface="맑은 고딕"/>
              </a:defRPr>
            </a:lvl9pPr>
          </a:lstStyle>
          <a:p>
            <a:pPr hangingPunct="1"/>
            <a:r>
              <a:rPr lang="en" sz="1050" dirty="0">
                <a:solidFill>
                  <a:srgbClr val="BCC9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COSE 362 </a:t>
            </a:r>
          </a:p>
          <a:p>
            <a:pPr hangingPunct="1"/>
            <a:r>
              <a:rPr lang="en" sz="1050" dirty="0">
                <a:solidFill>
                  <a:srgbClr val="BCC9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Machine Learning</a:t>
            </a:r>
          </a:p>
        </p:txBody>
      </p:sp>
    </p:spTree>
    <p:extLst>
      <p:ext uri="{BB962C8B-B14F-4D97-AF65-F5344CB8AC3E}">
        <p14:creationId xmlns:p14="http://schemas.microsoft.com/office/powerpoint/2010/main" val="2174514114"/>
      </p:ext>
    </p:extLst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목차5항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직사각형"/>
          <p:cNvSpPr/>
          <p:nvPr/>
        </p:nvSpPr>
        <p:spPr>
          <a:xfrm>
            <a:off x="1" y="-1"/>
            <a:ext cx="3776285" cy="6858001"/>
          </a:xfrm>
          <a:prstGeom prst="rect">
            <a:avLst/>
          </a:prstGeom>
          <a:solidFill>
            <a:srgbClr val="104853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latin typeface="맑은 고딕"/>
                <a:ea typeface="맑은 고딕"/>
                <a:cs typeface="맑은 고딕"/>
                <a:sym typeface="맑은 고딕"/>
              </a:defRPr>
            </a:pPr>
            <a:endParaRPr dirty="0"/>
          </a:p>
        </p:txBody>
      </p:sp>
      <p:sp>
        <p:nvSpPr>
          <p:cNvPr id="63" name="텍스트 개체 틀 24"/>
          <p:cNvSpPr>
            <a:spLocks noGrp="1"/>
          </p:cNvSpPr>
          <p:nvPr>
            <p:ph type="body" sz="quarter" idx="24"/>
          </p:nvPr>
        </p:nvSpPr>
        <p:spPr>
          <a:xfrm>
            <a:off x="5181600" y="5871685"/>
            <a:ext cx="6350000" cy="457201"/>
          </a:xfrm>
          <a:prstGeom prst="rect">
            <a:avLst/>
          </a:prstGeom>
        </p:spPr>
        <p:txBody>
          <a:bodyPr anchor="ctr"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indent="0" algn="r">
              <a:buClrTx/>
              <a:buSzTx/>
              <a:buFontTx/>
              <a:buNone/>
              <a:defRPr sz="1800" b="1">
                <a:solidFill>
                  <a:srgbClr val="465867"/>
                </a:solidFill>
              </a:defRPr>
            </a:pPr>
            <a:endParaRPr/>
          </a:p>
        </p:txBody>
      </p:sp>
      <p:sp>
        <p:nvSpPr>
          <p:cNvPr id="64" name="텍스트 개체 틀 24"/>
          <p:cNvSpPr/>
          <p:nvPr/>
        </p:nvSpPr>
        <p:spPr>
          <a:xfrm>
            <a:off x="4490245" y="4184117"/>
            <a:ext cx="508001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>
            <a:normAutofit/>
          </a:bodyPr>
          <a:lstStyle>
            <a:lvl1pPr algn="r">
              <a:lnSpc>
                <a:spcPct val="120000"/>
              </a:lnSpc>
              <a:spcBef>
                <a:spcPts val="2000"/>
              </a:spcBef>
              <a:defRPr sz="1400">
                <a:ln w="6350" cap="flat">
                  <a:solidFill>
                    <a:srgbClr val="224752"/>
                  </a:solidFill>
                  <a:prstDash val="solid"/>
                  <a:miter lim="400000"/>
                </a:ln>
                <a:solidFill>
                  <a:srgbClr val="FEFFFE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1pPr>
          </a:lstStyle>
          <a:p>
            <a:r>
              <a:rPr b="1">
                <a:latin typeface="Arial" panose="020B0604020202020204" pitchFamily="34" charset="0"/>
                <a:cs typeface="Arial" panose="020B0604020202020204" pitchFamily="34" charset="0"/>
              </a:rPr>
              <a:t>02</a:t>
            </a:r>
          </a:p>
        </p:txBody>
      </p:sp>
      <p:sp>
        <p:nvSpPr>
          <p:cNvPr id="65" name="텍스트 개체 틀 24"/>
          <p:cNvSpPr/>
          <p:nvPr/>
        </p:nvSpPr>
        <p:spPr>
          <a:xfrm>
            <a:off x="4490245" y="4768475"/>
            <a:ext cx="508001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>
            <a:normAutofit/>
          </a:bodyPr>
          <a:lstStyle>
            <a:lvl1pPr algn="r">
              <a:lnSpc>
                <a:spcPct val="120000"/>
              </a:lnSpc>
              <a:spcBef>
                <a:spcPts val="2000"/>
              </a:spcBef>
              <a:defRPr sz="1400">
                <a:ln w="6350" cap="flat">
                  <a:solidFill>
                    <a:srgbClr val="224752"/>
                  </a:solidFill>
                  <a:prstDash val="solid"/>
                  <a:miter lim="400000"/>
                </a:ln>
                <a:solidFill>
                  <a:srgbClr val="FEFFFE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1pPr>
          </a:lstStyle>
          <a:p>
            <a:r>
              <a:rPr b="1">
                <a:latin typeface="Arial" panose="020B0604020202020204" pitchFamily="34" charset="0"/>
                <a:cs typeface="Arial" panose="020B0604020202020204" pitchFamily="34" charset="0"/>
              </a:rPr>
              <a:t>03</a:t>
            </a:r>
          </a:p>
        </p:txBody>
      </p:sp>
      <p:sp>
        <p:nvSpPr>
          <p:cNvPr id="66" name="텍스트 개체 틀 24"/>
          <p:cNvSpPr/>
          <p:nvPr/>
        </p:nvSpPr>
        <p:spPr>
          <a:xfrm>
            <a:off x="4490245" y="5333704"/>
            <a:ext cx="508001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>
            <a:normAutofit/>
          </a:bodyPr>
          <a:lstStyle>
            <a:lvl1pPr algn="r">
              <a:lnSpc>
                <a:spcPct val="120000"/>
              </a:lnSpc>
              <a:spcBef>
                <a:spcPts val="2000"/>
              </a:spcBef>
              <a:defRPr sz="1400">
                <a:ln w="6350" cap="flat">
                  <a:solidFill>
                    <a:srgbClr val="224752"/>
                  </a:solidFill>
                  <a:prstDash val="solid"/>
                  <a:miter lim="400000"/>
                </a:ln>
                <a:solidFill>
                  <a:srgbClr val="FEFFFE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1pPr>
          </a:lstStyle>
          <a:p>
            <a:r>
              <a:rPr b="1">
                <a:latin typeface="Arial" panose="020B0604020202020204" pitchFamily="34" charset="0"/>
                <a:cs typeface="Arial" panose="020B0604020202020204" pitchFamily="34" charset="0"/>
              </a:rPr>
              <a:t>04</a:t>
            </a:r>
          </a:p>
        </p:txBody>
      </p:sp>
      <p:sp>
        <p:nvSpPr>
          <p:cNvPr id="67" name="텍스트 개체 틀 24"/>
          <p:cNvSpPr/>
          <p:nvPr/>
        </p:nvSpPr>
        <p:spPr>
          <a:xfrm>
            <a:off x="4490245" y="5898933"/>
            <a:ext cx="508001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>
            <a:normAutofit/>
          </a:bodyPr>
          <a:lstStyle>
            <a:lvl1pPr algn="r">
              <a:lnSpc>
                <a:spcPct val="120000"/>
              </a:lnSpc>
              <a:spcBef>
                <a:spcPts val="2000"/>
              </a:spcBef>
              <a:defRPr sz="1400">
                <a:ln w="6350" cap="flat">
                  <a:solidFill>
                    <a:srgbClr val="224752"/>
                  </a:solidFill>
                  <a:prstDash val="solid"/>
                  <a:miter lim="400000"/>
                </a:ln>
                <a:solidFill>
                  <a:srgbClr val="FEFFFE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1pPr>
          </a:lstStyle>
          <a:p>
            <a:r>
              <a:rPr b="1">
                <a:latin typeface="Arial" panose="020B0604020202020204" pitchFamily="34" charset="0"/>
                <a:cs typeface="Arial" panose="020B0604020202020204" pitchFamily="34" charset="0"/>
              </a:rPr>
              <a:t>05</a:t>
            </a:r>
          </a:p>
        </p:txBody>
      </p:sp>
      <p:sp>
        <p:nvSpPr>
          <p:cNvPr id="68" name="텍스트 개체 틀 24"/>
          <p:cNvSpPr/>
          <p:nvPr userDrawn="1"/>
        </p:nvSpPr>
        <p:spPr>
          <a:xfrm>
            <a:off x="9128215" y="632566"/>
            <a:ext cx="2485921" cy="75341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normAutofit lnSpcReduction="10000"/>
          </a:bodyPr>
          <a:lstStyle>
            <a:lvl1pPr algn="r">
              <a:lnSpc>
                <a:spcPct val="120000"/>
              </a:lnSpc>
              <a:spcBef>
                <a:spcPts val="2000"/>
              </a:spcBef>
              <a:defRPr sz="4200" b="1">
                <a:solidFill>
                  <a:srgbClr val="455766">
                    <a:alpha val="70000"/>
                  </a:srgbClr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Contents</a:t>
            </a:r>
          </a:p>
        </p:txBody>
      </p:sp>
      <p:sp>
        <p:nvSpPr>
          <p:cNvPr id="69" name="선"/>
          <p:cNvSpPr/>
          <p:nvPr/>
        </p:nvSpPr>
        <p:spPr>
          <a:xfrm>
            <a:off x="5130800" y="4398169"/>
            <a:ext cx="762001" cy="1"/>
          </a:xfrm>
          <a:prstGeom prst="line">
            <a:avLst/>
          </a:prstGeom>
          <a:ln>
            <a:solidFill>
              <a:srgbClr val="91A4A9">
                <a:alpha val="60000"/>
              </a:srgbClr>
            </a:solidFill>
            <a:custDash>
              <a:ds d="200000" sp="200000"/>
            </a:custDash>
            <a:miter lim="400000"/>
          </a:ln>
        </p:spPr>
        <p:txBody>
          <a:bodyPr lIns="45718" tIns="45718" rIns="45718" bIns="45718"/>
          <a:lstStyle/>
          <a:p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0" name="선"/>
          <p:cNvSpPr/>
          <p:nvPr/>
        </p:nvSpPr>
        <p:spPr>
          <a:xfrm>
            <a:off x="5130800" y="4984375"/>
            <a:ext cx="762001" cy="1"/>
          </a:xfrm>
          <a:prstGeom prst="line">
            <a:avLst/>
          </a:prstGeom>
          <a:ln>
            <a:solidFill>
              <a:srgbClr val="91A4A9">
                <a:alpha val="60000"/>
              </a:srgbClr>
            </a:solidFill>
            <a:custDash>
              <a:ds d="200000" sp="200000"/>
            </a:custDash>
            <a:miter lim="400000"/>
          </a:ln>
        </p:spPr>
        <p:txBody>
          <a:bodyPr lIns="45718" tIns="45718" rIns="45718" bIns="45718"/>
          <a:lstStyle/>
          <a:p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1" name="선"/>
          <p:cNvSpPr/>
          <p:nvPr/>
        </p:nvSpPr>
        <p:spPr>
          <a:xfrm>
            <a:off x="5130800" y="5545181"/>
            <a:ext cx="762001" cy="1"/>
          </a:xfrm>
          <a:prstGeom prst="line">
            <a:avLst/>
          </a:prstGeom>
          <a:ln>
            <a:solidFill>
              <a:srgbClr val="91A4A9">
                <a:alpha val="60000"/>
              </a:srgbClr>
            </a:solidFill>
            <a:custDash>
              <a:ds d="200000" sp="200000"/>
            </a:custDash>
            <a:miter lim="400000"/>
          </a:ln>
        </p:spPr>
        <p:txBody>
          <a:bodyPr lIns="45718" tIns="45718" rIns="45718" bIns="45718"/>
          <a:lstStyle/>
          <a:p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2" name="선"/>
          <p:cNvSpPr/>
          <p:nvPr/>
        </p:nvSpPr>
        <p:spPr>
          <a:xfrm>
            <a:off x="5130800" y="6112985"/>
            <a:ext cx="762001" cy="1"/>
          </a:xfrm>
          <a:prstGeom prst="line">
            <a:avLst/>
          </a:prstGeom>
          <a:ln>
            <a:solidFill>
              <a:srgbClr val="91A4A9">
                <a:alpha val="60000"/>
              </a:srgbClr>
            </a:solidFill>
            <a:custDash>
              <a:ds d="200000" sp="200000"/>
            </a:custDash>
            <a:miter lim="400000"/>
          </a:ln>
        </p:spPr>
        <p:txBody>
          <a:bodyPr lIns="45718" tIns="45718" rIns="45718" bIns="45718"/>
          <a:lstStyle/>
          <a:p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4" name="그림 4" descr="그림 4"/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286229" y="295848"/>
            <a:ext cx="576056" cy="576057"/>
          </a:xfrm>
          <a:prstGeom prst="rect">
            <a:avLst/>
          </a:prstGeom>
          <a:ln w="12700">
            <a:miter lim="400000"/>
          </a:ln>
        </p:spPr>
      </p:pic>
      <p:sp>
        <p:nvSpPr>
          <p:cNvPr id="75" name="직선 연결선[R] 6"/>
          <p:cNvSpPr/>
          <p:nvPr/>
        </p:nvSpPr>
        <p:spPr>
          <a:xfrm>
            <a:off x="940643" y="377019"/>
            <a:ext cx="1" cy="397071"/>
          </a:xfrm>
          <a:prstGeom prst="line">
            <a:avLst/>
          </a:prstGeom>
          <a:ln w="6350">
            <a:solidFill>
              <a:srgbClr val="FFFFFF">
                <a:alpha val="24000"/>
              </a:srgbClr>
            </a:solidFill>
            <a:miter/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77" name="텍스트 개체 틀 24"/>
          <p:cNvSpPr/>
          <p:nvPr/>
        </p:nvSpPr>
        <p:spPr>
          <a:xfrm>
            <a:off x="4490245" y="3599758"/>
            <a:ext cx="508001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>
            <a:normAutofit/>
          </a:bodyPr>
          <a:lstStyle>
            <a:lvl1pPr algn="r">
              <a:lnSpc>
                <a:spcPct val="120000"/>
              </a:lnSpc>
              <a:spcBef>
                <a:spcPts val="2000"/>
              </a:spcBef>
              <a:defRPr sz="1400">
                <a:ln w="6350" cap="flat">
                  <a:solidFill>
                    <a:srgbClr val="224752"/>
                  </a:solidFill>
                  <a:prstDash val="solid"/>
                  <a:miter lim="400000"/>
                </a:ln>
                <a:solidFill>
                  <a:srgbClr val="FEFFFE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1pPr>
          </a:lstStyle>
          <a:p>
            <a:r>
              <a:rPr b="1" dirty="0">
                <a:latin typeface="Arial" panose="020B0604020202020204" pitchFamily="34" charset="0"/>
                <a:cs typeface="Arial" panose="020B0604020202020204" pitchFamily="34" charset="0"/>
              </a:rPr>
              <a:t>01</a:t>
            </a:r>
          </a:p>
        </p:txBody>
      </p:sp>
      <p:sp>
        <p:nvSpPr>
          <p:cNvPr id="78" name="선"/>
          <p:cNvSpPr/>
          <p:nvPr/>
        </p:nvSpPr>
        <p:spPr>
          <a:xfrm>
            <a:off x="5130800" y="3813810"/>
            <a:ext cx="762001" cy="1"/>
          </a:xfrm>
          <a:prstGeom prst="line">
            <a:avLst/>
          </a:prstGeom>
          <a:ln>
            <a:solidFill>
              <a:srgbClr val="91A4A9">
                <a:alpha val="60000"/>
              </a:srgbClr>
            </a:solidFill>
            <a:custDash>
              <a:ds d="200000" sp="200000"/>
            </a:custDash>
            <a:miter lim="400000"/>
          </a:ln>
        </p:spPr>
        <p:txBody>
          <a:bodyPr lIns="45718" tIns="45718" rIns="45718" bIns="45718"/>
          <a:lstStyle/>
          <a:p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텍스트 개체 틀 24">
            <a:extLst>
              <a:ext uri="{FF2B5EF4-FFF2-40B4-BE49-F238E27FC236}">
                <a16:creationId xmlns:a16="http://schemas.microsoft.com/office/drawing/2014/main" id="{9A17B42F-8A54-364D-7D84-AFC635A85E66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5181600" y="5317659"/>
            <a:ext cx="6350000" cy="457201"/>
          </a:xfrm>
          <a:prstGeom prst="rect">
            <a:avLst/>
          </a:prstGeom>
        </p:spPr>
        <p:txBody>
          <a:bodyPr anchor="ctr"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indent="0" algn="r">
              <a:buClrTx/>
              <a:buSzTx/>
              <a:buFontTx/>
              <a:buNone/>
              <a:defRPr sz="1800" b="1">
                <a:solidFill>
                  <a:srgbClr val="465867"/>
                </a:solidFill>
              </a:defRPr>
            </a:pPr>
            <a:endParaRPr dirty="0"/>
          </a:p>
        </p:txBody>
      </p:sp>
      <p:sp>
        <p:nvSpPr>
          <p:cNvPr id="8" name="텍스트 개체 틀 24">
            <a:extLst>
              <a:ext uri="{FF2B5EF4-FFF2-40B4-BE49-F238E27FC236}">
                <a16:creationId xmlns:a16="http://schemas.microsoft.com/office/drawing/2014/main" id="{807121FE-5800-0829-949C-2E1A11B8FD3E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5181600" y="4755150"/>
            <a:ext cx="6350000" cy="457201"/>
          </a:xfrm>
          <a:prstGeom prst="rect">
            <a:avLst/>
          </a:prstGeom>
        </p:spPr>
        <p:txBody>
          <a:bodyPr anchor="ctr"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indent="0" algn="r">
              <a:buClrTx/>
              <a:buSzTx/>
              <a:buFontTx/>
              <a:buNone/>
              <a:defRPr sz="1800" b="1">
                <a:solidFill>
                  <a:srgbClr val="465867"/>
                </a:solidFill>
              </a:defRPr>
            </a:pPr>
            <a:endParaRPr/>
          </a:p>
        </p:txBody>
      </p:sp>
      <p:sp>
        <p:nvSpPr>
          <p:cNvPr id="9" name="텍스트 개체 틀 24">
            <a:extLst>
              <a:ext uri="{FF2B5EF4-FFF2-40B4-BE49-F238E27FC236}">
                <a16:creationId xmlns:a16="http://schemas.microsoft.com/office/drawing/2014/main" id="{A9631BC8-D0B0-F5F9-D198-DF49CC2A109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181600" y="4164398"/>
            <a:ext cx="6350000" cy="457201"/>
          </a:xfrm>
          <a:prstGeom prst="rect">
            <a:avLst/>
          </a:prstGeom>
        </p:spPr>
        <p:txBody>
          <a:bodyPr anchor="ctr"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indent="0" algn="r">
              <a:buClrTx/>
              <a:buSzTx/>
              <a:buFontTx/>
              <a:buNone/>
              <a:defRPr sz="1800" b="1">
                <a:solidFill>
                  <a:srgbClr val="465867"/>
                </a:solidFill>
              </a:defRPr>
            </a:pPr>
            <a:endParaRPr/>
          </a:p>
        </p:txBody>
      </p:sp>
      <p:sp>
        <p:nvSpPr>
          <p:cNvPr id="10" name="텍스트 개체 틀 24">
            <a:extLst>
              <a:ext uri="{FF2B5EF4-FFF2-40B4-BE49-F238E27FC236}">
                <a16:creationId xmlns:a16="http://schemas.microsoft.com/office/drawing/2014/main" id="{83F617C5-CA8C-F6B1-5DF5-5D8D7C24B598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5181600" y="3583988"/>
            <a:ext cx="6350000" cy="457201"/>
          </a:xfrm>
          <a:prstGeom prst="rect">
            <a:avLst/>
          </a:prstGeom>
        </p:spPr>
        <p:txBody>
          <a:bodyPr anchor="ctr"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indent="0" algn="r">
              <a:buClrTx/>
              <a:buSzTx/>
              <a:buFontTx/>
              <a:buNone/>
              <a:defRPr sz="1800" b="1">
                <a:solidFill>
                  <a:srgbClr val="465867"/>
                </a:solidFill>
              </a:defRPr>
            </a:pPr>
            <a:endParaRPr dirty="0"/>
          </a:p>
        </p:txBody>
      </p:sp>
      <p:sp>
        <p:nvSpPr>
          <p:cNvPr id="12" name="텍스트 개체 틀 24">
            <a:extLst>
              <a:ext uri="{FF2B5EF4-FFF2-40B4-BE49-F238E27FC236}">
                <a16:creationId xmlns:a16="http://schemas.microsoft.com/office/drawing/2014/main" id="{3E8DBA29-CC57-4706-201F-DD487052AC9C}"/>
              </a:ext>
            </a:extLst>
          </p:cNvPr>
          <p:cNvSpPr/>
          <p:nvPr userDrawn="1"/>
        </p:nvSpPr>
        <p:spPr>
          <a:xfrm>
            <a:off x="302679" y="5865036"/>
            <a:ext cx="3245591" cy="4620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/>
          <a:lstStyle/>
          <a:p>
            <a:pPr algn="l">
              <a:lnSpc>
                <a:spcPct val="20000"/>
              </a:lnSpc>
              <a:spcBef>
                <a:spcPts val="1400"/>
              </a:spcBef>
              <a:defRPr sz="1200">
                <a:solidFill>
                  <a:srgbClr val="7A9097"/>
                </a:solidFill>
                <a:latin typeface="맑은 고딕"/>
                <a:ea typeface="맑은 고딕"/>
                <a:cs typeface="맑은 고딕"/>
                <a:sym typeface="맑은 고딕"/>
              </a:defRPr>
            </a:pPr>
            <a:r>
              <a:rPr spc="-20" baseline="0" dirty="0">
                <a:latin typeface="Arial" panose="020B0604020202020204" pitchFamily="34" charset="0"/>
                <a:cs typeface="Arial" panose="020B0604020202020204" pitchFamily="34" charset="0"/>
              </a:rPr>
              <a:t>Data and Adaptive Intelligence Systems Lab</a:t>
            </a:r>
            <a:endParaRPr i="1" spc="-20" baseline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>
              <a:lnSpc>
                <a:spcPct val="20000"/>
              </a:lnSpc>
              <a:spcBef>
                <a:spcPts val="1400"/>
              </a:spcBef>
              <a:defRPr sz="1200" i="1">
                <a:solidFill>
                  <a:srgbClr val="7A9097"/>
                </a:solidFill>
                <a:latin typeface="맑은 고딕"/>
                <a:ea typeface="맑은 고딕"/>
                <a:cs typeface="맑은 고딕"/>
                <a:sym typeface="맑은 고딕"/>
              </a:defRPr>
            </a:pPr>
            <a:r>
              <a:rPr spc="-20" baseline="0" dirty="0">
                <a:solidFill>
                  <a:srgbClr val="7A9098"/>
                </a:solidFill>
                <a:latin typeface="Arial" panose="020B0604020202020204" pitchFamily="34" charset="0"/>
                <a:cs typeface="Arial" panose="020B0604020202020204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https://dais.korea.ac.kr</a:t>
            </a:r>
          </a:p>
        </p:txBody>
      </p:sp>
      <p:sp>
        <p:nvSpPr>
          <p:cNvPr id="13" name="텍스트 개체 틀 5">
            <a:extLst>
              <a:ext uri="{FF2B5EF4-FFF2-40B4-BE49-F238E27FC236}">
                <a16:creationId xmlns:a16="http://schemas.microsoft.com/office/drawing/2014/main" id="{1C8B3987-6869-AF38-8317-7CC8F285EDF0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298929" y="4868139"/>
            <a:ext cx="2408414" cy="26180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400" b="1">
                <a:solidFill>
                  <a:srgbClr val="7A9098"/>
                </a:solidFill>
              </a:defRPr>
            </a:lvl1pPr>
          </a:lstStyle>
          <a:p>
            <a:pPr lvl="0"/>
            <a:r>
              <a:rPr kumimoji="1" lang="en-US" altLang="ko-KR" dirty="0"/>
              <a:t>Name</a:t>
            </a:r>
            <a:endParaRPr kumimoji="1" lang="ko-KR" altLang="en-US" dirty="0"/>
          </a:p>
        </p:txBody>
      </p:sp>
      <p:sp>
        <p:nvSpPr>
          <p:cNvPr id="14" name="텍스트 개체 틀 5">
            <a:extLst>
              <a:ext uri="{FF2B5EF4-FFF2-40B4-BE49-F238E27FC236}">
                <a16:creationId xmlns:a16="http://schemas.microsoft.com/office/drawing/2014/main" id="{DFA7407E-2406-B3F8-F0D1-B2624F1EEAC2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298929" y="5157794"/>
            <a:ext cx="2408414" cy="21637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buNone/>
              <a:defRPr sz="1100" b="0">
                <a:solidFill>
                  <a:srgbClr val="7A9098"/>
                </a:solidFill>
              </a:defRPr>
            </a:lvl1pPr>
          </a:lstStyle>
          <a:p>
            <a:pPr lvl="0"/>
            <a:r>
              <a:rPr kumimoji="1" lang="en-US" altLang="ko-KR" dirty="0"/>
              <a:t>Position, Korea University</a:t>
            </a:r>
            <a:endParaRPr kumimoji="1" lang="ko-KR" altLang="en-US" dirty="0"/>
          </a:p>
        </p:txBody>
      </p:sp>
      <p:sp>
        <p:nvSpPr>
          <p:cNvPr id="15" name="텍스트 개체 틀 5">
            <a:extLst>
              <a:ext uri="{FF2B5EF4-FFF2-40B4-BE49-F238E27FC236}">
                <a16:creationId xmlns:a16="http://schemas.microsoft.com/office/drawing/2014/main" id="{4A4EF85F-E54B-6CFC-99D2-F71023DF8D3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98928" y="5390654"/>
            <a:ext cx="3171247" cy="21637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buNone/>
              <a:defRPr sz="1100" b="0">
                <a:solidFill>
                  <a:srgbClr val="7A9098"/>
                </a:solidFill>
              </a:defRPr>
            </a:lvl1pPr>
          </a:lstStyle>
          <a:p>
            <a:pPr lvl="0"/>
            <a:r>
              <a:rPr kumimoji="1" lang="en-US" altLang="ko-KR" dirty="0" err="1"/>
              <a:t>email@korea.ac.kr</a:t>
            </a:r>
            <a:endParaRPr kumimoji="1" lang="ko-KR" altLang="en-US" dirty="0"/>
          </a:p>
        </p:txBody>
      </p:sp>
      <p:sp>
        <p:nvSpPr>
          <p:cNvPr id="2" name="Test">
            <a:extLst>
              <a:ext uri="{FF2B5EF4-FFF2-40B4-BE49-F238E27FC236}">
                <a16:creationId xmlns:a16="http://schemas.microsoft.com/office/drawing/2014/main" id="{F2F25559-E743-EF9E-9047-F010AE42539E}"/>
              </a:ext>
            </a:extLst>
          </p:cNvPr>
          <p:cNvSpPr txBox="1">
            <a:spLocks/>
          </p:cNvSpPr>
          <p:nvPr userDrawn="1"/>
        </p:nvSpPr>
        <p:spPr>
          <a:xfrm>
            <a:off x="1118159" y="377019"/>
            <a:ext cx="1671790" cy="39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>
            <a:normAutofit/>
          </a:bodyPr>
          <a:lstStyle>
            <a:lvl1pPr marL="0" marR="0" indent="0" algn="l" defTabSz="914400" latinLnBrk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200" b="1" i="0" u="none" strike="noStrike" cap="none" spc="0" baseline="0">
                <a:solidFill>
                  <a:srgbClr val="224752"/>
                </a:solidFill>
                <a:uFillTx/>
                <a:latin typeface="Arial" panose="020B0604020202020204" pitchFamily="34" charset="0"/>
                <a:ea typeface="맑은 고딕"/>
                <a:cs typeface="Arial" panose="020B0604020202020204" pitchFamily="34" charset="0"/>
                <a:sym typeface="맑은 고딕"/>
              </a:defRPr>
            </a:lvl1pPr>
            <a:lvl2pPr marL="0" marR="0" indent="0" algn="l" defTabSz="914400" latinLnBrk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200" b="1" i="0" u="none" strike="noStrike" cap="none" spc="0" baseline="0">
                <a:solidFill>
                  <a:srgbClr val="224752"/>
                </a:solidFill>
                <a:uFillTx/>
                <a:latin typeface="맑은 고딕"/>
                <a:ea typeface="맑은 고딕"/>
                <a:cs typeface="맑은 고딕"/>
                <a:sym typeface="맑은 고딕"/>
              </a:defRPr>
            </a:lvl2pPr>
            <a:lvl3pPr marL="0" marR="0" indent="0" algn="l" defTabSz="914400" latinLnBrk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200" b="1" i="0" u="none" strike="noStrike" cap="none" spc="0" baseline="0">
                <a:solidFill>
                  <a:srgbClr val="224752"/>
                </a:solidFill>
                <a:uFillTx/>
                <a:latin typeface="맑은 고딕"/>
                <a:ea typeface="맑은 고딕"/>
                <a:cs typeface="맑은 고딕"/>
                <a:sym typeface="맑은 고딕"/>
              </a:defRPr>
            </a:lvl3pPr>
            <a:lvl4pPr marL="0" marR="0" indent="0" algn="l" defTabSz="914400" latinLnBrk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200" b="1" i="0" u="none" strike="noStrike" cap="none" spc="0" baseline="0">
                <a:solidFill>
                  <a:srgbClr val="224752"/>
                </a:solidFill>
                <a:uFillTx/>
                <a:latin typeface="맑은 고딕"/>
                <a:ea typeface="맑은 고딕"/>
                <a:cs typeface="맑은 고딕"/>
                <a:sym typeface="맑은 고딕"/>
              </a:defRPr>
            </a:lvl4pPr>
            <a:lvl5pPr marL="0" marR="0" indent="0" algn="l" defTabSz="914400" latinLnBrk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200" b="1" i="0" u="none" strike="noStrike" cap="none" spc="0" baseline="0">
                <a:solidFill>
                  <a:srgbClr val="224752"/>
                </a:solidFill>
                <a:uFillTx/>
                <a:latin typeface="맑은 고딕"/>
                <a:ea typeface="맑은 고딕"/>
                <a:cs typeface="맑은 고딕"/>
                <a:sym typeface="맑은 고딕"/>
              </a:defRPr>
            </a:lvl5pPr>
            <a:lvl6pPr marL="0" marR="0" indent="0" algn="l" defTabSz="914400" latinLnBrk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200" b="1" i="0" u="none" strike="noStrike" cap="none" spc="0" baseline="0">
                <a:solidFill>
                  <a:srgbClr val="224752"/>
                </a:solidFill>
                <a:uFillTx/>
                <a:latin typeface="맑은 고딕"/>
                <a:ea typeface="맑은 고딕"/>
                <a:cs typeface="맑은 고딕"/>
                <a:sym typeface="맑은 고딕"/>
              </a:defRPr>
            </a:lvl6pPr>
            <a:lvl7pPr marL="0" marR="0" indent="0" algn="l" defTabSz="914400" latinLnBrk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200" b="1" i="0" u="none" strike="noStrike" cap="none" spc="0" baseline="0">
                <a:solidFill>
                  <a:srgbClr val="224752"/>
                </a:solidFill>
                <a:uFillTx/>
                <a:latin typeface="맑은 고딕"/>
                <a:ea typeface="맑은 고딕"/>
                <a:cs typeface="맑은 고딕"/>
                <a:sym typeface="맑은 고딕"/>
              </a:defRPr>
            </a:lvl7pPr>
            <a:lvl8pPr marL="0" marR="0" indent="0" algn="l" defTabSz="914400" latinLnBrk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200" b="1" i="0" u="none" strike="noStrike" cap="none" spc="0" baseline="0">
                <a:solidFill>
                  <a:srgbClr val="224752"/>
                </a:solidFill>
                <a:uFillTx/>
                <a:latin typeface="맑은 고딕"/>
                <a:ea typeface="맑은 고딕"/>
                <a:cs typeface="맑은 고딕"/>
                <a:sym typeface="맑은 고딕"/>
              </a:defRPr>
            </a:lvl8pPr>
            <a:lvl9pPr marL="0" marR="0" indent="0" algn="l" defTabSz="914400" latinLnBrk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200" b="1" i="0" u="none" strike="noStrike" cap="none" spc="0" baseline="0">
                <a:solidFill>
                  <a:srgbClr val="224752"/>
                </a:solidFill>
                <a:uFillTx/>
                <a:latin typeface="맑은 고딕"/>
                <a:ea typeface="맑은 고딕"/>
                <a:cs typeface="맑은 고딕"/>
                <a:sym typeface="맑은 고딕"/>
              </a:defRPr>
            </a:lvl9pPr>
          </a:lstStyle>
          <a:p>
            <a:pPr hangingPunct="1"/>
            <a:r>
              <a:rPr lang="en" sz="1050" dirty="0">
                <a:solidFill>
                  <a:srgbClr val="BCC9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COSE 362 </a:t>
            </a:r>
          </a:p>
          <a:p>
            <a:pPr hangingPunct="1"/>
            <a:r>
              <a:rPr lang="en" sz="1050" dirty="0">
                <a:solidFill>
                  <a:srgbClr val="BCC9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Machine Learning</a:t>
            </a:r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목차6항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텍스트 개체 틀 24"/>
          <p:cNvSpPr>
            <a:spLocks noGrp="1"/>
          </p:cNvSpPr>
          <p:nvPr>
            <p:ph type="body" sz="quarter" idx="24"/>
          </p:nvPr>
        </p:nvSpPr>
        <p:spPr>
          <a:xfrm>
            <a:off x="5181600" y="5871685"/>
            <a:ext cx="6350000" cy="457201"/>
          </a:xfrm>
          <a:prstGeom prst="rect">
            <a:avLst/>
          </a:prstGeom>
        </p:spPr>
        <p:txBody>
          <a:bodyPr anchor="ctr"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indent="0" algn="r">
              <a:buClrTx/>
              <a:buSzTx/>
              <a:buFontTx/>
              <a:buNone/>
              <a:defRPr sz="1800" b="1">
                <a:solidFill>
                  <a:srgbClr val="465867"/>
                </a:solidFill>
              </a:defRPr>
            </a:pPr>
            <a:endParaRPr/>
          </a:p>
        </p:txBody>
      </p:sp>
      <p:sp>
        <p:nvSpPr>
          <p:cNvPr id="64" name="텍스트 개체 틀 24"/>
          <p:cNvSpPr/>
          <p:nvPr/>
        </p:nvSpPr>
        <p:spPr>
          <a:xfrm>
            <a:off x="4490245" y="4184117"/>
            <a:ext cx="508001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 anchor="ctr">
            <a:normAutofit/>
          </a:bodyPr>
          <a:lstStyle>
            <a:lvl1pPr algn="r">
              <a:lnSpc>
                <a:spcPct val="120000"/>
              </a:lnSpc>
              <a:spcBef>
                <a:spcPts val="2000"/>
              </a:spcBef>
              <a:defRPr sz="1400">
                <a:ln w="6350" cap="flat">
                  <a:solidFill>
                    <a:srgbClr val="224752"/>
                  </a:solidFill>
                  <a:prstDash val="solid"/>
                  <a:miter lim="400000"/>
                </a:ln>
                <a:solidFill>
                  <a:srgbClr val="FEFFFE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1pPr>
          </a:lstStyle>
          <a:p>
            <a:r>
              <a:rPr b="1" dirty="0">
                <a:latin typeface="Arial" panose="020B0604020202020204" pitchFamily="34" charset="0"/>
                <a:cs typeface="Arial" panose="020B0604020202020204" pitchFamily="34" charset="0"/>
              </a:rPr>
              <a:t>0</a:t>
            </a:r>
            <a:r>
              <a:rPr lang="en-US" altLang="ko-KR" b="1" dirty="0"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5" name="텍스트 개체 틀 24"/>
          <p:cNvSpPr/>
          <p:nvPr/>
        </p:nvSpPr>
        <p:spPr>
          <a:xfrm>
            <a:off x="4490245" y="4768475"/>
            <a:ext cx="508001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 anchor="ctr">
            <a:normAutofit/>
          </a:bodyPr>
          <a:lstStyle>
            <a:lvl1pPr algn="r">
              <a:lnSpc>
                <a:spcPct val="120000"/>
              </a:lnSpc>
              <a:spcBef>
                <a:spcPts val="2000"/>
              </a:spcBef>
              <a:defRPr sz="1400">
                <a:ln w="6350" cap="flat">
                  <a:solidFill>
                    <a:srgbClr val="224752"/>
                  </a:solidFill>
                  <a:prstDash val="solid"/>
                  <a:miter lim="400000"/>
                </a:ln>
                <a:solidFill>
                  <a:srgbClr val="FEFFFE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1pPr>
          </a:lstStyle>
          <a:p>
            <a:r>
              <a:rPr b="1" dirty="0">
                <a:latin typeface="Arial" panose="020B0604020202020204" pitchFamily="34" charset="0"/>
                <a:cs typeface="Arial" panose="020B0604020202020204" pitchFamily="34" charset="0"/>
              </a:rPr>
              <a:t>0</a:t>
            </a:r>
            <a:r>
              <a:rPr lang="en-US" altLang="ko-KR" b="1" dirty="0">
                <a:latin typeface="Arial" panose="020B0604020202020204" pitchFamily="34" charset="0"/>
                <a:cs typeface="Arial" panose="020B0604020202020204" pitchFamily="34" charset="0"/>
              </a:rPr>
              <a:t>4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6" name="텍스트 개체 틀 24"/>
          <p:cNvSpPr/>
          <p:nvPr/>
        </p:nvSpPr>
        <p:spPr>
          <a:xfrm>
            <a:off x="4490245" y="5333704"/>
            <a:ext cx="508001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 anchor="ctr">
            <a:normAutofit/>
          </a:bodyPr>
          <a:lstStyle>
            <a:lvl1pPr algn="r">
              <a:lnSpc>
                <a:spcPct val="120000"/>
              </a:lnSpc>
              <a:spcBef>
                <a:spcPts val="2000"/>
              </a:spcBef>
              <a:defRPr sz="1400">
                <a:ln w="6350" cap="flat">
                  <a:solidFill>
                    <a:srgbClr val="224752"/>
                  </a:solidFill>
                  <a:prstDash val="solid"/>
                  <a:miter lim="400000"/>
                </a:ln>
                <a:solidFill>
                  <a:srgbClr val="FEFFFE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1pPr>
          </a:lstStyle>
          <a:p>
            <a:r>
              <a:rPr b="1" dirty="0">
                <a:latin typeface="Arial" panose="020B0604020202020204" pitchFamily="34" charset="0"/>
                <a:cs typeface="Arial" panose="020B0604020202020204" pitchFamily="34" charset="0"/>
              </a:rPr>
              <a:t>0</a:t>
            </a:r>
            <a:r>
              <a:rPr lang="en-US" altLang="ko-KR" b="1" dirty="0">
                <a:latin typeface="Arial" panose="020B0604020202020204" pitchFamily="34" charset="0"/>
                <a:cs typeface="Arial" panose="020B0604020202020204" pitchFamily="34" charset="0"/>
              </a:rPr>
              <a:t>5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7" name="텍스트 개체 틀 24"/>
          <p:cNvSpPr/>
          <p:nvPr/>
        </p:nvSpPr>
        <p:spPr>
          <a:xfrm>
            <a:off x="4490245" y="5898933"/>
            <a:ext cx="508001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 anchor="ctr">
            <a:normAutofit/>
          </a:bodyPr>
          <a:lstStyle>
            <a:lvl1pPr algn="r">
              <a:lnSpc>
                <a:spcPct val="120000"/>
              </a:lnSpc>
              <a:spcBef>
                <a:spcPts val="2000"/>
              </a:spcBef>
              <a:defRPr sz="1400">
                <a:ln w="6350" cap="flat">
                  <a:solidFill>
                    <a:srgbClr val="224752"/>
                  </a:solidFill>
                  <a:prstDash val="solid"/>
                  <a:miter lim="400000"/>
                </a:ln>
                <a:solidFill>
                  <a:srgbClr val="FEFFFE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1pPr>
          </a:lstStyle>
          <a:p>
            <a:r>
              <a:rPr b="1" dirty="0">
                <a:latin typeface="Arial" panose="020B0604020202020204" pitchFamily="34" charset="0"/>
                <a:cs typeface="Arial" panose="020B0604020202020204" pitchFamily="34" charset="0"/>
              </a:rPr>
              <a:t>0</a:t>
            </a:r>
            <a:r>
              <a:rPr lang="en-US" altLang="ko-KR" b="1" dirty="0"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8" name="텍스트 개체 틀 24"/>
          <p:cNvSpPr/>
          <p:nvPr userDrawn="1"/>
        </p:nvSpPr>
        <p:spPr>
          <a:xfrm>
            <a:off x="9128215" y="632566"/>
            <a:ext cx="2485921" cy="75341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normAutofit lnSpcReduction="10000"/>
          </a:bodyPr>
          <a:lstStyle>
            <a:lvl1pPr algn="r">
              <a:lnSpc>
                <a:spcPct val="120000"/>
              </a:lnSpc>
              <a:spcBef>
                <a:spcPts val="2000"/>
              </a:spcBef>
              <a:defRPr sz="4200" b="1">
                <a:solidFill>
                  <a:srgbClr val="455766">
                    <a:alpha val="70000"/>
                  </a:srgbClr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Contents</a:t>
            </a:r>
          </a:p>
        </p:txBody>
      </p:sp>
      <p:sp>
        <p:nvSpPr>
          <p:cNvPr id="69" name="선"/>
          <p:cNvSpPr/>
          <p:nvPr/>
        </p:nvSpPr>
        <p:spPr>
          <a:xfrm>
            <a:off x="5130800" y="4398169"/>
            <a:ext cx="762001" cy="1"/>
          </a:xfrm>
          <a:prstGeom prst="line">
            <a:avLst/>
          </a:prstGeom>
          <a:ln>
            <a:solidFill>
              <a:srgbClr val="91A4A9">
                <a:alpha val="60000"/>
              </a:srgbClr>
            </a:solidFill>
            <a:custDash>
              <a:ds d="200000" sp="200000"/>
            </a:custDash>
            <a:miter lim="400000"/>
          </a:ln>
        </p:spPr>
        <p:txBody>
          <a:bodyPr lIns="45718" tIns="45718" rIns="45718" bIns="45718"/>
          <a:lstStyle/>
          <a:p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0" name="선"/>
          <p:cNvSpPr/>
          <p:nvPr/>
        </p:nvSpPr>
        <p:spPr>
          <a:xfrm>
            <a:off x="5130800" y="4984375"/>
            <a:ext cx="762001" cy="1"/>
          </a:xfrm>
          <a:prstGeom prst="line">
            <a:avLst/>
          </a:prstGeom>
          <a:ln>
            <a:solidFill>
              <a:srgbClr val="91A4A9">
                <a:alpha val="60000"/>
              </a:srgbClr>
            </a:solidFill>
            <a:custDash>
              <a:ds d="200000" sp="200000"/>
            </a:custDash>
            <a:miter lim="400000"/>
          </a:ln>
        </p:spPr>
        <p:txBody>
          <a:bodyPr lIns="45718" tIns="45718" rIns="45718" bIns="45718"/>
          <a:lstStyle/>
          <a:p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1" name="선"/>
          <p:cNvSpPr/>
          <p:nvPr/>
        </p:nvSpPr>
        <p:spPr>
          <a:xfrm>
            <a:off x="5130800" y="5545181"/>
            <a:ext cx="762001" cy="1"/>
          </a:xfrm>
          <a:prstGeom prst="line">
            <a:avLst/>
          </a:prstGeom>
          <a:ln>
            <a:solidFill>
              <a:srgbClr val="91A4A9">
                <a:alpha val="60000"/>
              </a:srgbClr>
            </a:solidFill>
            <a:custDash>
              <a:ds d="200000" sp="200000"/>
            </a:custDash>
            <a:miter lim="400000"/>
          </a:ln>
        </p:spPr>
        <p:txBody>
          <a:bodyPr lIns="45718" tIns="45718" rIns="45718" bIns="45718"/>
          <a:lstStyle/>
          <a:p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2" name="선"/>
          <p:cNvSpPr/>
          <p:nvPr/>
        </p:nvSpPr>
        <p:spPr>
          <a:xfrm>
            <a:off x="5130800" y="6112985"/>
            <a:ext cx="762001" cy="1"/>
          </a:xfrm>
          <a:prstGeom prst="line">
            <a:avLst/>
          </a:prstGeom>
          <a:ln>
            <a:solidFill>
              <a:srgbClr val="91A4A9">
                <a:alpha val="60000"/>
              </a:srgbClr>
            </a:solidFill>
            <a:custDash>
              <a:ds d="200000" sp="200000"/>
            </a:custDash>
            <a:miter lim="400000"/>
          </a:ln>
        </p:spPr>
        <p:txBody>
          <a:bodyPr lIns="45718" tIns="45718" rIns="45718" bIns="45718"/>
          <a:lstStyle/>
          <a:p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7" name="텍스트 개체 틀 24"/>
          <p:cNvSpPr/>
          <p:nvPr/>
        </p:nvSpPr>
        <p:spPr>
          <a:xfrm>
            <a:off x="4490245" y="3599758"/>
            <a:ext cx="508001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 anchor="ctr">
            <a:normAutofit/>
          </a:bodyPr>
          <a:lstStyle>
            <a:lvl1pPr algn="r">
              <a:lnSpc>
                <a:spcPct val="120000"/>
              </a:lnSpc>
              <a:spcBef>
                <a:spcPts val="2000"/>
              </a:spcBef>
              <a:defRPr sz="1400">
                <a:ln w="6350" cap="flat">
                  <a:solidFill>
                    <a:srgbClr val="224752"/>
                  </a:solidFill>
                  <a:prstDash val="solid"/>
                  <a:miter lim="400000"/>
                </a:ln>
                <a:solidFill>
                  <a:srgbClr val="FEFFFE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1pPr>
          </a:lstStyle>
          <a:p>
            <a:r>
              <a:rPr b="1" dirty="0">
                <a:latin typeface="Arial" panose="020B0604020202020204" pitchFamily="34" charset="0"/>
                <a:cs typeface="Arial" panose="020B0604020202020204" pitchFamily="34" charset="0"/>
              </a:rPr>
              <a:t>0</a:t>
            </a:r>
            <a:r>
              <a:rPr lang="en-US" altLang="ko-KR" b="1" dirty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8" name="선"/>
          <p:cNvSpPr/>
          <p:nvPr/>
        </p:nvSpPr>
        <p:spPr>
          <a:xfrm>
            <a:off x="5130800" y="3813810"/>
            <a:ext cx="762001" cy="1"/>
          </a:xfrm>
          <a:prstGeom prst="line">
            <a:avLst/>
          </a:prstGeom>
          <a:ln>
            <a:solidFill>
              <a:srgbClr val="91A4A9">
                <a:alpha val="60000"/>
              </a:srgbClr>
            </a:solidFill>
            <a:custDash>
              <a:ds d="200000" sp="200000"/>
            </a:custDash>
            <a:miter lim="400000"/>
          </a:ln>
        </p:spPr>
        <p:txBody>
          <a:bodyPr lIns="45718" tIns="45718" rIns="45718" bIns="45718"/>
          <a:lstStyle/>
          <a:p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텍스트 개체 틀 24">
            <a:extLst>
              <a:ext uri="{FF2B5EF4-FFF2-40B4-BE49-F238E27FC236}">
                <a16:creationId xmlns:a16="http://schemas.microsoft.com/office/drawing/2014/main" id="{9A17B42F-8A54-364D-7D84-AFC635A85E66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5181600" y="5317659"/>
            <a:ext cx="6350000" cy="457201"/>
          </a:xfrm>
          <a:prstGeom prst="rect">
            <a:avLst/>
          </a:prstGeom>
        </p:spPr>
        <p:txBody>
          <a:bodyPr anchor="ctr"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indent="0" algn="r">
              <a:buClrTx/>
              <a:buSzTx/>
              <a:buFontTx/>
              <a:buNone/>
              <a:defRPr sz="1800" b="1">
                <a:solidFill>
                  <a:srgbClr val="465867"/>
                </a:solidFill>
              </a:defRPr>
            </a:pPr>
            <a:endParaRPr dirty="0"/>
          </a:p>
        </p:txBody>
      </p:sp>
      <p:sp>
        <p:nvSpPr>
          <p:cNvPr id="8" name="텍스트 개체 틀 24">
            <a:extLst>
              <a:ext uri="{FF2B5EF4-FFF2-40B4-BE49-F238E27FC236}">
                <a16:creationId xmlns:a16="http://schemas.microsoft.com/office/drawing/2014/main" id="{807121FE-5800-0829-949C-2E1A11B8FD3E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5181600" y="4755150"/>
            <a:ext cx="6350000" cy="457201"/>
          </a:xfrm>
          <a:prstGeom prst="rect">
            <a:avLst/>
          </a:prstGeom>
        </p:spPr>
        <p:txBody>
          <a:bodyPr anchor="ctr"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indent="0" algn="r">
              <a:buClrTx/>
              <a:buSzTx/>
              <a:buFontTx/>
              <a:buNone/>
              <a:defRPr sz="1800" b="1">
                <a:solidFill>
                  <a:srgbClr val="465867"/>
                </a:solidFill>
              </a:defRPr>
            </a:pPr>
            <a:endParaRPr/>
          </a:p>
        </p:txBody>
      </p:sp>
      <p:sp>
        <p:nvSpPr>
          <p:cNvPr id="9" name="텍스트 개체 틀 24">
            <a:extLst>
              <a:ext uri="{FF2B5EF4-FFF2-40B4-BE49-F238E27FC236}">
                <a16:creationId xmlns:a16="http://schemas.microsoft.com/office/drawing/2014/main" id="{A9631BC8-D0B0-F5F9-D198-DF49CC2A109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181600" y="4164398"/>
            <a:ext cx="6350000" cy="457201"/>
          </a:xfrm>
          <a:prstGeom prst="rect">
            <a:avLst/>
          </a:prstGeom>
        </p:spPr>
        <p:txBody>
          <a:bodyPr anchor="ctr"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indent="0" algn="r">
              <a:buClrTx/>
              <a:buSzTx/>
              <a:buFontTx/>
              <a:buNone/>
              <a:defRPr sz="1800" b="1">
                <a:solidFill>
                  <a:srgbClr val="465867"/>
                </a:solidFill>
              </a:defRPr>
            </a:pPr>
            <a:endParaRPr/>
          </a:p>
        </p:txBody>
      </p:sp>
      <p:sp>
        <p:nvSpPr>
          <p:cNvPr id="10" name="텍스트 개체 틀 24">
            <a:extLst>
              <a:ext uri="{FF2B5EF4-FFF2-40B4-BE49-F238E27FC236}">
                <a16:creationId xmlns:a16="http://schemas.microsoft.com/office/drawing/2014/main" id="{83F617C5-CA8C-F6B1-5DF5-5D8D7C24B598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5181600" y="3583988"/>
            <a:ext cx="6350000" cy="457201"/>
          </a:xfrm>
          <a:prstGeom prst="rect">
            <a:avLst/>
          </a:prstGeom>
        </p:spPr>
        <p:txBody>
          <a:bodyPr anchor="ctr"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indent="0" algn="r">
              <a:buClrTx/>
              <a:buSzTx/>
              <a:buFontTx/>
              <a:buNone/>
              <a:defRPr sz="1800" b="1">
                <a:solidFill>
                  <a:srgbClr val="465867"/>
                </a:solidFill>
              </a:defRPr>
            </a:pPr>
            <a:endParaRPr dirty="0"/>
          </a:p>
        </p:txBody>
      </p:sp>
      <p:sp>
        <p:nvSpPr>
          <p:cNvPr id="2" name="텍스트 개체 틀 24">
            <a:extLst>
              <a:ext uri="{FF2B5EF4-FFF2-40B4-BE49-F238E27FC236}">
                <a16:creationId xmlns:a16="http://schemas.microsoft.com/office/drawing/2014/main" id="{70C5A7E8-05C6-0686-C88A-A43BBD4EF03F}"/>
              </a:ext>
            </a:extLst>
          </p:cNvPr>
          <p:cNvSpPr/>
          <p:nvPr userDrawn="1"/>
        </p:nvSpPr>
        <p:spPr>
          <a:xfrm>
            <a:off x="4490245" y="3027386"/>
            <a:ext cx="508001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 anchor="ctr">
            <a:normAutofit/>
          </a:bodyPr>
          <a:lstStyle>
            <a:lvl1pPr algn="r">
              <a:lnSpc>
                <a:spcPct val="120000"/>
              </a:lnSpc>
              <a:spcBef>
                <a:spcPts val="2000"/>
              </a:spcBef>
              <a:defRPr sz="1400">
                <a:ln w="6350" cap="flat">
                  <a:solidFill>
                    <a:srgbClr val="224752"/>
                  </a:solidFill>
                  <a:prstDash val="solid"/>
                  <a:miter lim="400000"/>
                </a:ln>
                <a:solidFill>
                  <a:srgbClr val="FEFFFE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1pPr>
          </a:lstStyle>
          <a:p>
            <a:r>
              <a:rPr b="1" dirty="0">
                <a:latin typeface="Arial" panose="020B0604020202020204" pitchFamily="34" charset="0"/>
                <a:cs typeface="Arial" panose="020B0604020202020204" pitchFamily="34" charset="0"/>
              </a:rPr>
              <a:t>01</a:t>
            </a:r>
          </a:p>
        </p:txBody>
      </p:sp>
      <p:sp>
        <p:nvSpPr>
          <p:cNvPr id="3" name="선">
            <a:extLst>
              <a:ext uri="{FF2B5EF4-FFF2-40B4-BE49-F238E27FC236}">
                <a16:creationId xmlns:a16="http://schemas.microsoft.com/office/drawing/2014/main" id="{ED3F23C8-2EF5-9EC5-DE7D-1F61FB2180B6}"/>
              </a:ext>
            </a:extLst>
          </p:cNvPr>
          <p:cNvSpPr/>
          <p:nvPr userDrawn="1"/>
        </p:nvSpPr>
        <p:spPr>
          <a:xfrm>
            <a:off x="5130800" y="3241438"/>
            <a:ext cx="762001" cy="1"/>
          </a:xfrm>
          <a:prstGeom prst="line">
            <a:avLst/>
          </a:prstGeom>
          <a:ln>
            <a:solidFill>
              <a:srgbClr val="91A4A9">
                <a:alpha val="60000"/>
              </a:srgbClr>
            </a:solidFill>
            <a:custDash>
              <a:ds d="200000" sp="200000"/>
            </a:custDash>
            <a:miter lim="400000"/>
          </a:ln>
        </p:spPr>
        <p:txBody>
          <a:bodyPr lIns="45718" tIns="45718" rIns="45718" bIns="45718"/>
          <a:lstStyle/>
          <a:p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텍스트 개체 틀 24">
            <a:extLst>
              <a:ext uri="{FF2B5EF4-FFF2-40B4-BE49-F238E27FC236}">
                <a16:creationId xmlns:a16="http://schemas.microsoft.com/office/drawing/2014/main" id="{EA7BF47C-AC93-BA08-E3FA-8D01F381D48B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5181600" y="3011616"/>
            <a:ext cx="6350000" cy="457201"/>
          </a:xfrm>
          <a:prstGeom prst="rect">
            <a:avLst/>
          </a:prstGeom>
        </p:spPr>
        <p:txBody>
          <a:bodyPr anchor="ctr"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indent="0" algn="r">
              <a:buClrTx/>
              <a:buSzTx/>
              <a:buFontTx/>
              <a:buNone/>
              <a:defRPr sz="1800" b="1">
                <a:solidFill>
                  <a:srgbClr val="465867"/>
                </a:solidFill>
              </a:defRPr>
            </a:pPr>
            <a:endParaRPr dirty="0"/>
          </a:p>
        </p:txBody>
      </p:sp>
      <p:sp>
        <p:nvSpPr>
          <p:cNvPr id="11" name="직사각형">
            <a:extLst>
              <a:ext uri="{FF2B5EF4-FFF2-40B4-BE49-F238E27FC236}">
                <a16:creationId xmlns:a16="http://schemas.microsoft.com/office/drawing/2014/main" id="{E94BD70F-03B8-CDF7-3490-31EB485BFF55}"/>
              </a:ext>
            </a:extLst>
          </p:cNvPr>
          <p:cNvSpPr/>
          <p:nvPr userDrawn="1"/>
        </p:nvSpPr>
        <p:spPr>
          <a:xfrm>
            <a:off x="1" y="-1"/>
            <a:ext cx="3776285" cy="6858001"/>
          </a:xfrm>
          <a:prstGeom prst="rect">
            <a:avLst/>
          </a:prstGeom>
          <a:solidFill>
            <a:srgbClr val="104853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latin typeface="맑은 고딕"/>
                <a:ea typeface="맑은 고딕"/>
                <a:cs typeface="맑은 고딕"/>
                <a:sym typeface="맑은 고딕"/>
              </a:defRPr>
            </a:pPr>
            <a:endParaRPr dirty="0"/>
          </a:p>
        </p:txBody>
      </p:sp>
      <p:pic>
        <p:nvPicPr>
          <p:cNvPr id="16" name="그림 4" descr="그림 4">
            <a:extLst>
              <a:ext uri="{FF2B5EF4-FFF2-40B4-BE49-F238E27FC236}">
                <a16:creationId xmlns:a16="http://schemas.microsoft.com/office/drawing/2014/main" id="{7B0E553A-99E3-5786-45AF-A89444FE3A9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286229" y="295848"/>
            <a:ext cx="576056" cy="576057"/>
          </a:xfrm>
          <a:prstGeom prst="rect">
            <a:avLst/>
          </a:prstGeom>
          <a:ln w="12700">
            <a:miter lim="400000"/>
          </a:ln>
        </p:spPr>
      </p:pic>
      <p:sp>
        <p:nvSpPr>
          <p:cNvPr id="17" name="직선 연결선[R] 6">
            <a:extLst>
              <a:ext uri="{FF2B5EF4-FFF2-40B4-BE49-F238E27FC236}">
                <a16:creationId xmlns:a16="http://schemas.microsoft.com/office/drawing/2014/main" id="{D0CB7A74-991C-D3A0-D8A5-E095E861B0BE}"/>
              </a:ext>
            </a:extLst>
          </p:cNvPr>
          <p:cNvSpPr/>
          <p:nvPr userDrawn="1"/>
        </p:nvSpPr>
        <p:spPr>
          <a:xfrm>
            <a:off x="940643" y="377019"/>
            <a:ext cx="1" cy="397071"/>
          </a:xfrm>
          <a:prstGeom prst="line">
            <a:avLst/>
          </a:prstGeom>
          <a:ln w="6350">
            <a:solidFill>
              <a:srgbClr val="FFFFFF">
                <a:alpha val="24000"/>
              </a:srgbClr>
            </a:solidFill>
            <a:miter/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18" name="텍스트 개체 틀 24">
            <a:extLst>
              <a:ext uri="{FF2B5EF4-FFF2-40B4-BE49-F238E27FC236}">
                <a16:creationId xmlns:a16="http://schemas.microsoft.com/office/drawing/2014/main" id="{151F5C18-EB81-9586-3708-9B25E8FED06D}"/>
              </a:ext>
            </a:extLst>
          </p:cNvPr>
          <p:cNvSpPr/>
          <p:nvPr userDrawn="1"/>
        </p:nvSpPr>
        <p:spPr>
          <a:xfrm>
            <a:off x="302679" y="5865036"/>
            <a:ext cx="3245591" cy="4620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/>
          <a:lstStyle/>
          <a:p>
            <a:pPr algn="l">
              <a:lnSpc>
                <a:spcPct val="20000"/>
              </a:lnSpc>
              <a:spcBef>
                <a:spcPts val="1400"/>
              </a:spcBef>
              <a:defRPr sz="1200">
                <a:solidFill>
                  <a:srgbClr val="7A9097"/>
                </a:solidFill>
                <a:latin typeface="맑은 고딕"/>
                <a:ea typeface="맑은 고딕"/>
                <a:cs typeface="맑은 고딕"/>
                <a:sym typeface="맑은 고딕"/>
              </a:defRPr>
            </a:pPr>
            <a:r>
              <a:rPr spc="-20" baseline="0" dirty="0">
                <a:latin typeface="Arial" panose="020B0604020202020204" pitchFamily="34" charset="0"/>
                <a:cs typeface="Arial" panose="020B0604020202020204" pitchFamily="34" charset="0"/>
              </a:rPr>
              <a:t>Data and Adaptive Intelligence Systems Lab</a:t>
            </a:r>
            <a:endParaRPr i="1" spc="-20" baseline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>
              <a:lnSpc>
                <a:spcPct val="20000"/>
              </a:lnSpc>
              <a:spcBef>
                <a:spcPts val="1400"/>
              </a:spcBef>
              <a:defRPr sz="1200" i="1">
                <a:solidFill>
                  <a:srgbClr val="7A9097"/>
                </a:solidFill>
                <a:latin typeface="맑은 고딕"/>
                <a:ea typeface="맑은 고딕"/>
                <a:cs typeface="맑은 고딕"/>
                <a:sym typeface="맑은 고딕"/>
              </a:defRPr>
            </a:pPr>
            <a:r>
              <a:rPr spc="-20" baseline="0" dirty="0">
                <a:solidFill>
                  <a:srgbClr val="7A9098"/>
                </a:solidFill>
                <a:latin typeface="Arial" panose="020B0604020202020204" pitchFamily="34" charset="0"/>
                <a:cs typeface="Arial" panose="020B0604020202020204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https://dais.korea.ac.kr</a:t>
            </a:r>
          </a:p>
        </p:txBody>
      </p:sp>
      <p:sp>
        <p:nvSpPr>
          <p:cNvPr id="19" name="텍스트 개체 틀 5">
            <a:extLst>
              <a:ext uri="{FF2B5EF4-FFF2-40B4-BE49-F238E27FC236}">
                <a16:creationId xmlns:a16="http://schemas.microsoft.com/office/drawing/2014/main" id="{B784F188-DA35-B924-93B4-C25D439B9515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298929" y="4868139"/>
            <a:ext cx="2408414" cy="26180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400" b="1">
                <a:solidFill>
                  <a:srgbClr val="7A9098"/>
                </a:solidFill>
              </a:defRPr>
            </a:lvl1pPr>
          </a:lstStyle>
          <a:p>
            <a:pPr lvl="0"/>
            <a:r>
              <a:rPr kumimoji="1" lang="en-US" altLang="ko-KR" dirty="0"/>
              <a:t>Name</a:t>
            </a:r>
            <a:endParaRPr kumimoji="1" lang="ko-KR" altLang="en-US" dirty="0"/>
          </a:p>
        </p:txBody>
      </p:sp>
      <p:sp>
        <p:nvSpPr>
          <p:cNvPr id="20" name="텍스트 개체 틀 5">
            <a:extLst>
              <a:ext uri="{FF2B5EF4-FFF2-40B4-BE49-F238E27FC236}">
                <a16:creationId xmlns:a16="http://schemas.microsoft.com/office/drawing/2014/main" id="{ADCABEA3-456E-1594-DC9C-825D7B3C4797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298929" y="5157794"/>
            <a:ext cx="2408414" cy="21637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buNone/>
              <a:defRPr sz="1100" b="0">
                <a:solidFill>
                  <a:srgbClr val="7A9098"/>
                </a:solidFill>
              </a:defRPr>
            </a:lvl1pPr>
          </a:lstStyle>
          <a:p>
            <a:pPr lvl="0"/>
            <a:r>
              <a:rPr kumimoji="1" lang="en-US" altLang="ko-KR" dirty="0"/>
              <a:t>Position, Korea University</a:t>
            </a:r>
            <a:endParaRPr kumimoji="1" lang="ko-KR" altLang="en-US" dirty="0"/>
          </a:p>
        </p:txBody>
      </p:sp>
      <p:sp>
        <p:nvSpPr>
          <p:cNvPr id="21" name="텍스트 개체 틀 5">
            <a:extLst>
              <a:ext uri="{FF2B5EF4-FFF2-40B4-BE49-F238E27FC236}">
                <a16:creationId xmlns:a16="http://schemas.microsoft.com/office/drawing/2014/main" id="{A9AA3126-E5B5-66BD-F864-8D5602824784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98928" y="5390654"/>
            <a:ext cx="3171247" cy="21637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buNone/>
              <a:defRPr sz="1100" b="0">
                <a:solidFill>
                  <a:srgbClr val="7A9098"/>
                </a:solidFill>
              </a:defRPr>
            </a:lvl1pPr>
          </a:lstStyle>
          <a:p>
            <a:pPr lvl="0"/>
            <a:r>
              <a:rPr kumimoji="1" lang="en-US" altLang="ko-KR" dirty="0" err="1"/>
              <a:t>email@korea.ac.kr</a:t>
            </a:r>
            <a:endParaRPr kumimoji="1" lang="ko-KR" altLang="en-US" dirty="0"/>
          </a:p>
        </p:txBody>
      </p:sp>
      <p:sp>
        <p:nvSpPr>
          <p:cNvPr id="23" name="Test">
            <a:extLst>
              <a:ext uri="{FF2B5EF4-FFF2-40B4-BE49-F238E27FC236}">
                <a16:creationId xmlns:a16="http://schemas.microsoft.com/office/drawing/2014/main" id="{01A0E223-227D-F5C0-F885-4BDD120D60C1}"/>
              </a:ext>
            </a:extLst>
          </p:cNvPr>
          <p:cNvSpPr txBox="1">
            <a:spLocks/>
          </p:cNvSpPr>
          <p:nvPr userDrawn="1"/>
        </p:nvSpPr>
        <p:spPr>
          <a:xfrm>
            <a:off x="1118159" y="377019"/>
            <a:ext cx="1671790" cy="39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>
            <a:normAutofit/>
          </a:bodyPr>
          <a:lstStyle>
            <a:lvl1pPr marL="0" marR="0" indent="0" algn="l" defTabSz="914400" latinLnBrk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200" b="1" i="0" u="none" strike="noStrike" cap="none" spc="0" baseline="0">
                <a:solidFill>
                  <a:srgbClr val="224752"/>
                </a:solidFill>
                <a:uFillTx/>
                <a:latin typeface="Arial" panose="020B0604020202020204" pitchFamily="34" charset="0"/>
                <a:ea typeface="맑은 고딕"/>
                <a:cs typeface="Arial" panose="020B0604020202020204" pitchFamily="34" charset="0"/>
                <a:sym typeface="맑은 고딕"/>
              </a:defRPr>
            </a:lvl1pPr>
            <a:lvl2pPr marL="0" marR="0" indent="0" algn="l" defTabSz="914400" latinLnBrk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200" b="1" i="0" u="none" strike="noStrike" cap="none" spc="0" baseline="0">
                <a:solidFill>
                  <a:srgbClr val="224752"/>
                </a:solidFill>
                <a:uFillTx/>
                <a:latin typeface="맑은 고딕"/>
                <a:ea typeface="맑은 고딕"/>
                <a:cs typeface="맑은 고딕"/>
                <a:sym typeface="맑은 고딕"/>
              </a:defRPr>
            </a:lvl2pPr>
            <a:lvl3pPr marL="0" marR="0" indent="0" algn="l" defTabSz="914400" latinLnBrk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200" b="1" i="0" u="none" strike="noStrike" cap="none" spc="0" baseline="0">
                <a:solidFill>
                  <a:srgbClr val="224752"/>
                </a:solidFill>
                <a:uFillTx/>
                <a:latin typeface="맑은 고딕"/>
                <a:ea typeface="맑은 고딕"/>
                <a:cs typeface="맑은 고딕"/>
                <a:sym typeface="맑은 고딕"/>
              </a:defRPr>
            </a:lvl3pPr>
            <a:lvl4pPr marL="0" marR="0" indent="0" algn="l" defTabSz="914400" latinLnBrk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200" b="1" i="0" u="none" strike="noStrike" cap="none" spc="0" baseline="0">
                <a:solidFill>
                  <a:srgbClr val="224752"/>
                </a:solidFill>
                <a:uFillTx/>
                <a:latin typeface="맑은 고딕"/>
                <a:ea typeface="맑은 고딕"/>
                <a:cs typeface="맑은 고딕"/>
                <a:sym typeface="맑은 고딕"/>
              </a:defRPr>
            </a:lvl4pPr>
            <a:lvl5pPr marL="0" marR="0" indent="0" algn="l" defTabSz="914400" latinLnBrk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200" b="1" i="0" u="none" strike="noStrike" cap="none" spc="0" baseline="0">
                <a:solidFill>
                  <a:srgbClr val="224752"/>
                </a:solidFill>
                <a:uFillTx/>
                <a:latin typeface="맑은 고딕"/>
                <a:ea typeface="맑은 고딕"/>
                <a:cs typeface="맑은 고딕"/>
                <a:sym typeface="맑은 고딕"/>
              </a:defRPr>
            </a:lvl5pPr>
            <a:lvl6pPr marL="0" marR="0" indent="0" algn="l" defTabSz="914400" latinLnBrk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200" b="1" i="0" u="none" strike="noStrike" cap="none" spc="0" baseline="0">
                <a:solidFill>
                  <a:srgbClr val="224752"/>
                </a:solidFill>
                <a:uFillTx/>
                <a:latin typeface="맑은 고딕"/>
                <a:ea typeface="맑은 고딕"/>
                <a:cs typeface="맑은 고딕"/>
                <a:sym typeface="맑은 고딕"/>
              </a:defRPr>
            </a:lvl6pPr>
            <a:lvl7pPr marL="0" marR="0" indent="0" algn="l" defTabSz="914400" latinLnBrk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200" b="1" i="0" u="none" strike="noStrike" cap="none" spc="0" baseline="0">
                <a:solidFill>
                  <a:srgbClr val="224752"/>
                </a:solidFill>
                <a:uFillTx/>
                <a:latin typeface="맑은 고딕"/>
                <a:ea typeface="맑은 고딕"/>
                <a:cs typeface="맑은 고딕"/>
                <a:sym typeface="맑은 고딕"/>
              </a:defRPr>
            </a:lvl7pPr>
            <a:lvl8pPr marL="0" marR="0" indent="0" algn="l" defTabSz="914400" latinLnBrk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200" b="1" i="0" u="none" strike="noStrike" cap="none" spc="0" baseline="0">
                <a:solidFill>
                  <a:srgbClr val="224752"/>
                </a:solidFill>
                <a:uFillTx/>
                <a:latin typeface="맑은 고딕"/>
                <a:ea typeface="맑은 고딕"/>
                <a:cs typeface="맑은 고딕"/>
                <a:sym typeface="맑은 고딕"/>
              </a:defRPr>
            </a:lvl8pPr>
            <a:lvl9pPr marL="0" marR="0" indent="0" algn="l" defTabSz="914400" latinLnBrk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200" b="1" i="0" u="none" strike="noStrike" cap="none" spc="0" baseline="0">
                <a:solidFill>
                  <a:srgbClr val="224752"/>
                </a:solidFill>
                <a:uFillTx/>
                <a:latin typeface="맑은 고딕"/>
                <a:ea typeface="맑은 고딕"/>
                <a:cs typeface="맑은 고딕"/>
                <a:sym typeface="맑은 고딕"/>
              </a:defRPr>
            </a:lvl9pPr>
          </a:lstStyle>
          <a:p>
            <a:pPr hangingPunct="1"/>
            <a:r>
              <a:rPr lang="en" sz="1050" dirty="0">
                <a:solidFill>
                  <a:srgbClr val="BCC9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COSE 362 </a:t>
            </a:r>
          </a:p>
          <a:p>
            <a:pPr hangingPunct="1"/>
            <a:r>
              <a:rPr lang="en" sz="1050" dirty="0">
                <a:solidFill>
                  <a:srgbClr val="BCC9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Machine Learning</a:t>
            </a:r>
          </a:p>
        </p:txBody>
      </p:sp>
    </p:spTree>
    <p:extLst>
      <p:ext uri="{BB962C8B-B14F-4D97-AF65-F5344CB8AC3E}">
        <p14:creationId xmlns:p14="http://schemas.microsoft.com/office/powerpoint/2010/main" val="4140856794"/>
      </p:ext>
    </p:extLst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본문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0">
            <a:extLst>
              <a:ext uri="{FF2B5EF4-FFF2-40B4-BE49-F238E27FC236}">
                <a16:creationId xmlns:a16="http://schemas.microsoft.com/office/drawing/2014/main" id="{ACECFEEB-4993-97C2-44F7-9E4A4D4B5EE4}"/>
              </a:ext>
            </a:extLst>
          </p:cNvPr>
          <p:cNvSpPr/>
          <p:nvPr userDrawn="1"/>
        </p:nvSpPr>
        <p:spPr>
          <a:xfrm>
            <a:off x="336295" y="409573"/>
            <a:ext cx="105818" cy="273052"/>
          </a:xfrm>
          <a:prstGeom prst="rect">
            <a:avLst/>
          </a:prstGeom>
          <a:solidFill>
            <a:srgbClr val="214752">
              <a:alpha val="60000"/>
            </a:srgbClr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224751"/>
                </a:solidFill>
                <a:latin typeface="나눔바른고딕OTF"/>
                <a:ea typeface="나눔바른고딕OTF"/>
                <a:cs typeface="나눔바른고딕OTF"/>
                <a:sym typeface="나눔바른고딕OTF"/>
              </a:defRPr>
            </a:pPr>
            <a:endParaRPr/>
          </a:p>
        </p:txBody>
      </p:sp>
      <p:sp>
        <p:nvSpPr>
          <p:cNvPr id="3" name="선">
            <a:extLst>
              <a:ext uri="{FF2B5EF4-FFF2-40B4-BE49-F238E27FC236}">
                <a16:creationId xmlns:a16="http://schemas.microsoft.com/office/drawing/2014/main" id="{B54D74D7-1A7B-44D0-D714-368FF64FE7BD}"/>
              </a:ext>
            </a:extLst>
          </p:cNvPr>
          <p:cNvSpPr/>
          <p:nvPr userDrawn="1"/>
        </p:nvSpPr>
        <p:spPr>
          <a:xfrm>
            <a:off x="3060070" y="6647005"/>
            <a:ext cx="8560429" cy="7942"/>
          </a:xfrm>
          <a:prstGeom prst="line">
            <a:avLst/>
          </a:prstGeom>
          <a:ln w="6350">
            <a:solidFill>
              <a:srgbClr val="799197">
                <a:alpha val="20000"/>
              </a:srgbClr>
            </a:solidFill>
            <a:miter/>
          </a:ln>
        </p:spPr>
        <p:txBody>
          <a:bodyPr lIns="45718" tIns="45718" rIns="45718" bIns="45718"/>
          <a:lstStyle/>
          <a:p>
            <a:endParaRPr dirty="0"/>
          </a:p>
        </p:txBody>
      </p:sp>
      <p:sp>
        <p:nvSpPr>
          <p:cNvPr id="4" name="선">
            <a:extLst>
              <a:ext uri="{FF2B5EF4-FFF2-40B4-BE49-F238E27FC236}">
                <a16:creationId xmlns:a16="http://schemas.microsoft.com/office/drawing/2014/main" id="{22DDB6D3-A2D9-5A54-C789-1546965132F9}"/>
              </a:ext>
            </a:extLst>
          </p:cNvPr>
          <p:cNvSpPr/>
          <p:nvPr userDrawn="1"/>
        </p:nvSpPr>
        <p:spPr>
          <a:xfrm flipV="1">
            <a:off x="1403350" y="6602030"/>
            <a:ext cx="2" cy="118534"/>
          </a:xfrm>
          <a:prstGeom prst="line">
            <a:avLst/>
          </a:prstGeom>
          <a:ln w="6350">
            <a:solidFill>
              <a:srgbClr val="7E9096">
                <a:alpha val="31500"/>
              </a:srgbClr>
            </a:solidFill>
            <a:miter/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6" name="Test">
            <a:extLst>
              <a:ext uri="{FF2B5EF4-FFF2-40B4-BE49-F238E27FC236}">
                <a16:creationId xmlns:a16="http://schemas.microsoft.com/office/drawing/2014/main" id="{543C8827-1771-012A-9B21-C22F2E293131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546100" y="210996"/>
            <a:ext cx="10985500" cy="67973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>
            <a:normAutofit/>
          </a:bodyPr>
          <a:lstStyle/>
          <a:p>
            <a:r>
              <a:rPr dirty="0"/>
              <a:t>Test</a:t>
            </a:r>
          </a:p>
        </p:txBody>
      </p:sp>
      <p:sp>
        <p:nvSpPr>
          <p:cNvPr id="7" name="슬라이드 번호">
            <a:extLst>
              <a:ext uri="{FF2B5EF4-FFF2-40B4-BE49-F238E27FC236}">
                <a16:creationId xmlns:a16="http://schemas.microsoft.com/office/drawing/2014/main" id="{06E20DF7-4670-039A-24F0-9A18D9ED96C7}"/>
              </a:ext>
            </a:extLst>
          </p:cNvPr>
          <p:cNvSpPr txBox="1">
            <a:spLocks noGrp="1"/>
          </p:cNvSpPr>
          <p:nvPr>
            <p:ph type="sldNum" sz="quarter" idx="2"/>
          </p:nvPr>
        </p:nvSpPr>
        <p:spPr>
          <a:xfrm>
            <a:off x="11809437" y="6585094"/>
            <a:ext cx="141263" cy="15240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>
            <a:lvl1pPr algn="r">
              <a:defRPr sz="1000" spc="-50">
                <a:solidFill>
                  <a:srgbClr val="799197">
                    <a:alpha val="70000"/>
                  </a:srgbClr>
                </a:solidFill>
                <a:latin typeface="Arial" panose="020B0604020202020204" pitchFamily="34" charset="0"/>
                <a:ea typeface="맑은 고딕"/>
                <a:cs typeface="Arial" panose="020B0604020202020204" pitchFamily="34" charset="0"/>
                <a:sym typeface="맑은 고딕"/>
              </a:defRPr>
            </a:lvl1pPr>
          </a:lstStyle>
          <a:p>
            <a:fld id="{86CB4B4D-7CA3-9044-876B-883B54F8677D}" type="slidenum">
              <a:rPr lang="en-US" altLang="ko-KR" smtClean="0"/>
              <a:pPr/>
              <a:t>‹#›</a:t>
            </a:fld>
            <a:endParaRPr lang="en-US" altLang="ko-KR"/>
          </a:p>
        </p:txBody>
      </p:sp>
      <p:pic>
        <p:nvPicPr>
          <p:cNvPr id="8" name="고려대_로고.png" descr="고려대_로고.png">
            <a:extLst>
              <a:ext uri="{FF2B5EF4-FFF2-40B4-BE49-F238E27FC236}">
                <a16:creationId xmlns:a16="http://schemas.microsoft.com/office/drawing/2014/main" id="{9F7C0DD2-3D15-CFBA-0DE5-F000A270D9D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50000"/>
          </a:blip>
          <a:stretch>
            <a:fillRect/>
          </a:stretch>
        </p:blipFill>
        <p:spPr>
          <a:xfrm>
            <a:off x="-165100" y="6261100"/>
            <a:ext cx="1854200" cy="772584"/>
          </a:xfrm>
          <a:prstGeom prst="rect">
            <a:avLst/>
          </a:prstGeom>
          <a:ln w="12700">
            <a:miter lim="400000"/>
          </a:ln>
        </p:spPr>
      </p:pic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8367D96E-AE26-44A2-E14B-20319199C28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00063" y="1168360"/>
            <a:ext cx="11201400" cy="5100637"/>
          </a:xfrm>
          <a:prstGeom prst="rect">
            <a:avLst/>
          </a:prstGeom>
        </p:spPr>
        <p:txBody>
          <a:bodyPr/>
          <a:lstStyle>
            <a:lvl1pPr>
              <a:defRPr sz="2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kumimoji="1" lang="en-US" altLang="ko-KR" dirty="0"/>
              <a:t>Level 1</a:t>
            </a:r>
            <a:endParaRPr kumimoji="1" lang="ko-KR" altLang="en-US" dirty="0"/>
          </a:p>
          <a:p>
            <a:pPr lvl="1"/>
            <a:r>
              <a:rPr kumimoji="1" lang="en-US" altLang="ko-KR" dirty="0"/>
              <a:t>Level 2</a:t>
            </a:r>
            <a:endParaRPr kumimoji="1" lang="ko-KR" altLang="en-US" dirty="0"/>
          </a:p>
          <a:p>
            <a:pPr lvl="2"/>
            <a:r>
              <a:rPr kumimoji="1" lang="en-US" altLang="ko-KR" dirty="0"/>
              <a:t>Level 3</a:t>
            </a:r>
            <a:endParaRPr kumimoji="1" lang="ko-KR" altLang="en-US" dirty="0"/>
          </a:p>
          <a:p>
            <a:pPr lvl="3"/>
            <a:r>
              <a:rPr kumimoji="1" lang="en-US" altLang="ko-KR" dirty="0"/>
              <a:t>Level 4</a:t>
            </a:r>
            <a:endParaRPr kumimoji="1" lang="ko-KR" altLang="en-US" dirty="0"/>
          </a:p>
        </p:txBody>
      </p:sp>
      <p:sp>
        <p:nvSpPr>
          <p:cNvPr id="5" name="Test">
            <a:extLst>
              <a:ext uri="{FF2B5EF4-FFF2-40B4-BE49-F238E27FC236}">
                <a16:creationId xmlns:a16="http://schemas.microsoft.com/office/drawing/2014/main" id="{325EC215-72E8-5BFA-8E09-543925D5D9AC}"/>
              </a:ext>
            </a:extLst>
          </p:cNvPr>
          <p:cNvSpPr txBox="1">
            <a:spLocks/>
          </p:cNvSpPr>
          <p:nvPr userDrawn="1"/>
        </p:nvSpPr>
        <p:spPr>
          <a:xfrm>
            <a:off x="1456679" y="6531378"/>
            <a:ext cx="1671790" cy="2471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>
            <a:normAutofit/>
          </a:bodyPr>
          <a:lstStyle>
            <a:lvl1pPr marL="0" marR="0" indent="0" algn="l" defTabSz="914400" latinLnBrk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200" b="1" i="0" u="none" strike="noStrike" cap="none" spc="0" baseline="0">
                <a:solidFill>
                  <a:srgbClr val="224752"/>
                </a:solidFill>
                <a:uFillTx/>
                <a:latin typeface="Arial" panose="020B0604020202020204" pitchFamily="34" charset="0"/>
                <a:ea typeface="맑은 고딕"/>
                <a:cs typeface="Arial" panose="020B0604020202020204" pitchFamily="34" charset="0"/>
                <a:sym typeface="맑은 고딕"/>
              </a:defRPr>
            </a:lvl1pPr>
            <a:lvl2pPr marL="0" marR="0" indent="0" algn="l" defTabSz="914400" latinLnBrk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200" b="1" i="0" u="none" strike="noStrike" cap="none" spc="0" baseline="0">
                <a:solidFill>
                  <a:srgbClr val="224752"/>
                </a:solidFill>
                <a:uFillTx/>
                <a:latin typeface="맑은 고딕"/>
                <a:ea typeface="맑은 고딕"/>
                <a:cs typeface="맑은 고딕"/>
                <a:sym typeface="맑은 고딕"/>
              </a:defRPr>
            </a:lvl2pPr>
            <a:lvl3pPr marL="0" marR="0" indent="0" algn="l" defTabSz="914400" latinLnBrk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200" b="1" i="0" u="none" strike="noStrike" cap="none" spc="0" baseline="0">
                <a:solidFill>
                  <a:srgbClr val="224752"/>
                </a:solidFill>
                <a:uFillTx/>
                <a:latin typeface="맑은 고딕"/>
                <a:ea typeface="맑은 고딕"/>
                <a:cs typeface="맑은 고딕"/>
                <a:sym typeface="맑은 고딕"/>
              </a:defRPr>
            </a:lvl3pPr>
            <a:lvl4pPr marL="0" marR="0" indent="0" algn="l" defTabSz="914400" latinLnBrk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200" b="1" i="0" u="none" strike="noStrike" cap="none" spc="0" baseline="0">
                <a:solidFill>
                  <a:srgbClr val="224752"/>
                </a:solidFill>
                <a:uFillTx/>
                <a:latin typeface="맑은 고딕"/>
                <a:ea typeface="맑은 고딕"/>
                <a:cs typeface="맑은 고딕"/>
                <a:sym typeface="맑은 고딕"/>
              </a:defRPr>
            </a:lvl4pPr>
            <a:lvl5pPr marL="0" marR="0" indent="0" algn="l" defTabSz="914400" latinLnBrk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200" b="1" i="0" u="none" strike="noStrike" cap="none" spc="0" baseline="0">
                <a:solidFill>
                  <a:srgbClr val="224752"/>
                </a:solidFill>
                <a:uFillTx/>
                <a:latin typeface="맑은 고딕"/>
                <a:ea typeface="맑은 고딕"/>
                <a:cs typeface="맑은 고딕"/>
                <a:sym typeface="맑은 고딕"/>
              </a:defRPr>
            </a:lvl5pPr>
            <a:lvl6pPr marL="0" marR="0" indent="0" algn="l" defTabSz="914400" latinLnBrk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200" b="1" i="0" u="none" strike="noStrike" cap="none" spc="0" baseline="0">
                <a:solidFill>
                  <a:srgbClr val="224752"/>
                </a:solidFill>
                <a:uFillTx/>
                <a:latin typeface="맑은 고딕"/>
                <a:ea typeface="맑은 고딕"/>
                <a:cs typeface="맑은 고딕"/>
                <a:sym typeface="맑은 고딕"/>
              </a:defRPr>
            </a:lvl6pPr>
            <a:lvl7pPr marL="0" marR="0" indent="0" algn="l" defTabSz="914400" latinLnBrk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200" b="1" i="0" u="none" strike="noStrike" cap="none" spc="0" baseline="0">
                <a:solidFill>
                  <a:srgbClr val="224752"/>
                </a:solidFill>
                <a:uFillTx/>
                <a:latin typeface="맑은 고딕"/>
                <a:ea typeface="맑은 고딕"/>
                <a:cs typeface="맑은 고딕"/>
                <a:sym typeface="맑은 고딕"/>
              </a:defRPr>
            </a:lvl7pPr>
            <a:lvl8pPr marL="0" marR="0" indent="0" algn="l" defTabSz="914400" latinLnBrk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200" b="1" i="0" u="none" strike="noStrike" cap="none" spc="0" baseline="0">
                <a:solidFill>
                  <a:srgbClr val="224752"/>
                </a:solidFill>
                <a:uFillTx/>
                <a:latin typeface="맑은 고딕"/>
                <a:ea typeface="맑은 고딕"/>
                <a:cs typeface="맑은 고딕"/>
                <a:sym typeface="맑은 고딕"/>
              </a:defRPr>
            </a:lvl8pPr>
            <a:lvl9pPr marL="0" marR="0" indent="0" algn="l" defTabSz="914400" latinLnBrk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200" b="1" i="0" u="none" strike="noStrike" cap="none" spc="0" baseline="0">
                <a:solidFill>
                  <a:srgbClr val="224752"/>
                </a:solidFill>
                <a:uFillTx/>
                <a:latin typeface="맑은 고딕"/>
                <a:ea typeface="맑은 고딕"/>
                <a:cs typeface="맑은 고딕"/>
                <a:sym typeface="맑은 고딕"/>
              </a:defRPr>
            </a:lvl9pPr>
          </a:lstStyle>
          <a:p>
            <a:pPr hangingPunct="1"/>
            <a:r>
              <a:rPr lang="en" sz="900" dirty="0">
                <a:solidFill>
                  <a:srgbClr val="BCC9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COSE 362 Machine Learning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EFF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6" r:id="rId1"/>
    <p:sldLayoutId id="2147483657" r:id="rId2"/>
    <p:sldLayoutId id="2147483655" r:id="rId3"/>
    <p:sldLayoutId id="2147483651" r:id="rId4"/>
    <p:sldLayoutId id="2147483658" r:id="rId5"/>
    <p:sldLayoutId id="2147483653" r:id="rId6"/>
  </p:sldLayoutIdLst>
  <p:transition spd="med"/>
  <p:hf hdr="0" ftr="0" dt="0"/>
  <p:txStyles>
    <p:titleStyle>
      <a:lvl1pPr marL="0" marR="0" indent="0" algn="l" defTabSz="91440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200" b="1" i="0" u="none" strike="noStrike" cap="none" spc="0" baseline="0">
          <a:solidFill>
            <a:srgbClr val="224752"/>
          </a:solidFill>
          <a:uFillTx/>
          <a:latin typeface="Arial" panose="020B0604020202020204" pitchFamily="34" charset="0"/>
          <a:ea typeface="맑은 고딕"/>
          <a:cs typeface="Arial" panose="020B0604020202020204" pitchFamily="34" charset="0"/>
          <a:sym typeface="맑은 고딕"/>
        </a:defRPr>
      </a:lvl1pPr>
      <a:lvl2pPr marL="0" marR="0" indent="0" algn="l" defTabSz="91440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200" b="1" i="0" u="none" strike="noStrike" cap="none" spc="0" baseline="0">
          <a:solidFill>
            <a:srgbClr val="224752"/>
          </a:solidFill>
          <a:uFillTx/>
          <a:latin typeface="맑은 고딕"/>
          <a:ea typeface="맑은 고딕"/>
          <a:cs typeface="맑은 고딕"/>
          <a:sym typeface="맑은 고딕"/>
        </a:defRPr>
      </a:lvl2pPr>
      <a:lvl3pPr marL="0" marR="0" indent="0" algn="l" defTabSz="91440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200" b="1" i="0" u="none" strike="noStrike" cap="none" spc="0" baseline="0">
          <a:solidFill>
            <a:srgbClr val="224752"/>
          </a:solidFill>
          <a:uFillTx/>
          <a:latin typeface="맑은 고딕"/>
          <a:ea typeface="맑은 고딕"/>
          <a:cs typeface="맑은 고딕"/>
          <a:sym typeface="맑은 고딕"/>
        </a:defRPr>
      </a:lvl3pPr>
      <a:lvl4pPr marL="0" marR="0" indent="0" algn="l" defTabSz="91440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200" b="1" i="0" u="none" strike="noStrike" cap="none" spc="0" baseline="0">
          <a:solidFill>
            <a:srgbClr val="224752"/>
          </a:solidFill>
          <a:uFillTx/>
          <a:latin typeface="맑은 고딕"/>
          <a:ea typeface="맑은 고딕"/>
          <a:cs typeface="맑은 고딕"/>
          <a:sym typeface="맑은 고딕"/>
        </a:defRPr>
      </a:lvl4pPr>
      <a:lvl5pPr marL="0" marR="0" indent="0" algn="l" defTabSz="91440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200" b="1" i="0" u="none" strike="noStrike" cap="none" spc="0" baseline="0">
          <a:solidFill>
            <a:srgbClr val="224752"/>
          </a:solidFill>
          <a:uFillTx/>
          <a:latin typeface="맑은 고딕"/>
          <a:ea typeface="맑은 고딕"/>
          <a:cs typeface="맑은 고딕"/>
          <a:sym typeface="맑은 고딕"/>
        </a:defRPr>
      </a:lvl5pPr>
      <a:lvl6pPr marL="0" marR="0" indent="0" algn="l" defTabSz="91440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200" b="1" i="0" u="none" strike="noStrike" cap="none" spc="0" baseline="0">
          <a:solidFill>
            <a:srgbClr val="224752"/>
          </a:solidFill>
          <a:uFillTx/>
          <a:latin typeface="맑은 고딕"/>
          <a:ea typeface="맑은 고딕"/>
          <a:cs typeface="맑은 고딕"/>
          <a:sym typeface="맑은 고딕"/>
        </a:defRPr>
      </a:lvl6pPr>
      <a:lvl7pPr marL="0" marR="0" indent="0" algn="l" defTabSz="91440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200" b="1" i="0" u="none" strike="noStrike" cap="none" spc="0" baseline="0">
          <a:solidFill>
            <a:srgbClr val="224752"/>
          </a:solidFill>
          <a:uFillTx/>
          <a:latin typeface="맑은 고딕"/>
          <a:ea typeface="맑은 고딕"/>
          <a:cs typeface="맑은 고딕"/>
          <a:sym typeface="맑은 고딕"/>
        </a:defRPr>
      </a:lvl7pPr>
      <a:lvl8pPr marL="0" marR="0" indent="0" algn="l" defTabSz="91440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200" b="1" i="0" u="none" strike="noStrike" cap="none" spc="0" baseline="0">
          <a:solidFill>
            <a:srgbClr val="224752"/>
          </a:solidFill>
          <a:uFillTx/>
          <a:latin typeface="맑은 고딕"/>
          <a:ea typeface="맑은 고딕"/>
          <a:cs typeface="맑은 고딕"/>
          <a:sym typeface="맑은 고딕"/>
        </a:defRPr>
      </a:lvl8pPr>
      <a:lvl9pPr marL="0" marR="0" indent="0" algn="l" defTabSz="91440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200" b="1" i="0" u="none" strike="noStrike" cap="none" spc="0" baseline="0">
          <a:solidFill>
            <a:srgbClr val="224752"/>
          </a:solidFill>
          <a:uFillTx/>
          <a:latin typeface="맑은 고딕"/>
          <a:ea typeface="맑은 고딕"/>
          <a:cs typeface="맑은 고딕"/>
          <a:sym typeface="맑은 고딕"/>
        </a:defRPr>
      </a:lvl9pPr>
    </p:titleStyle>
    <p:bodyStyle>
      <a:lvl1pPr marL="324000" marR="0" indent="-324000" algn="l" defTabSz="914400" latinLnBrk="0">
        <a:lnSpc>
          <a:spcPct val="100000"/>
        </a:lnSpc>
        <a:spcBef>
          <a:spcPts val="2000"/>
        </a:spcBef>
        <a:spcAft>
          <a:spcPts val="0"/>
        </a:spcAft>
        <a:buClr>
          <a:srgbClr val="222D29">
            <a:alpha val="90262"/>
          </a:srgbClr>
        </a:buClr>
        <a:buSzPct val="90000"/>
        <a:buFont typeface="Helvetica"/>
        <a:buChar char="❑"/>
        <a:tabLst/>
        <a:defRPr sz="2200" b="0" i="0" u="none" strike="noStrike" cap="none" spc="0" baseline="0">
          <a:solidFill>
            <a:srgbClr val="2D3432"/>
          </a:solidFill>
          <a:uFillTx/>
          <a:latin typeface="Arial" panose="020B0604020202020204" pitchFamily="34" charset="0"/>
          <a:ea typeface="맑은 고딕"/>
          <a:cs typeface="Arial" panose="020B0604020202020204" pitchFamily="34" charset="0"/>
          <a:sym typeface="맑은 고딕"/>
        </a:defRPr>
      </a:lvl1pPr>
      <a:lvl2pPr marL="432000" marR="0" indent="-216000" algn="l" defTabSz="914400" latinLnBrk="0">
        <a:lnSpc>
          <a:spcPct val="100000"/>
        </a:lnSpc>
        <a:spcBef>
          <a:spcPts val="1000"/>
        </a:spcBef>
        <a:spcAft>
          <a:spcPts val="0"/>
        </a:spcAft>
        <a:buClr>
          <a:srgbClr val="222D29">
            <a:alpha val="90262"/>
          </a:srgbClr>
        </a:buClr>
        <a:buSzPct val="100000"/>
        <a:buFont typeface="Helvetica"/>
        <a:buChar char="▪"/>
        <a:tabLst/>
        <a:defRPr sz="2000" b="0" i="0" u="none" strike="noStrike" cap="none" spc="0" baseline="0">
          <a:solidFill>
            <a:srgbClr val="2D3432"/>
          </a:solidFill>
          <a:uFillTx/>
          <a:latin typeface="Arial" panose="020B0604020202020204" pitchFamily="34" charset="0"/>
          <a:ea typeface="맑은 고딕"/>
          <a:cs typeface="Arial" panose="020B0604020202020204" pitchFamily="34" charset="0"/>
          <a:sym typeface="맑은 고딕"/>
        </a:defRPr>
      </a:lvl2pPr>
      <a:lvl3pPr marL="756000" marR="0" indent="-252000" algn="l" defTabSz="914400" latinLnBrk="0">
        <a:lnSpc>
          <a:spcPct val="100000"/>
        </a:lnSpc>
        <a:spcBef>
          <a:spcPts val="1000"/>
        </a:spcBef>
        <a:spcAft>
          <a:spcPts val="0"/>
        </a:spcAft>
        <a:buClr>
          <a:srgbClr val="222D29">
            <a:alpha val="90262"/>
          </a:srgbClr>
        </a:buClr>
        <a:buSzPct val="100000"/>
        <a:buFont typeface="Helvetica"/>
        <a:buChar char="•"/>
        <a:tabLst/>
        <a:defRPr sz="1800" b="0" i="0" u="none" strike="noStrike" cap="none" spc="0" baseline="0">
          <a:solidFill>
            <a:srgbClr val="2D3432"/>
          </a:solidFill>
          <a:uFillTx/>
          <a:latin typeface="Arial" panose="020B0604020202020204" pitchFamily="34" charset="0"/>
          <a:ea typeface="맑은 고딕"/>
          <a:cs typeface="Arial" panose="020B0604020202020204" pitchFamily="34" charset="0"/>
          <a:sym typeface="맑은 고딕"/>
        </a:defRPr>
      </a:lvl3pPr>
      <a:lvl4pPr marL="972000" marR="0" indent="-324000" algn="l" defTabSz="914400" latinLnBrk="0">
        <a:lnSpc>
          <a:spcPct val="100000"/>
        </a:lnSpc>
        <a:spcBef>
          <a:spcPts val="1000"/>
        </a:spcBef>
        <a:spcAft>
          <a:spcPts val="0"/>
        </a:spcAft>
        <a:buClr>
          <a:srgbClr val="222D29">
            <a:alpha val="90262"/>
          </a:srgbClr>
        </a:buClr>
        <a:buSzPct val="100000"/>
        <a:buFont typeface="Helvetica"/>
        <a:buChar char="‒"/>
        <a:tabLst/>
        <a:defRPr sz="1600" b="0" i="0" u="none" strike="noStrike" cap="none" spc="0" baseline="0">
          <a:solidFill>
            <a:srgbClr val="2D3432"/>
          </a:solidFill>
          <a:uFillTx/>
          <a:latin typeface="Arial" panose="020B0604020202020204" pitchFamily="34" charset="0"/>
          <a:ea typeface="맑은 고딕"/>
          <a:cs typeface="Arial" panose="020B0604020202020204" pitchFamily="34" charset="0"/>
          <a:sym typeface="맑은 고딕"/>
        </a:defRPr>
      </a:lvl4pPr>
      <a:lvl5pPr marL="0" marR="0" indent="0" algn="l" defTabSz="914400" latinLnBrk="0">
        <a:lnSpc>
          <a:spcPct val="120000"/>
        </a:lnSpc>
        <a:spcBef>
          <a:spcPts val="2000"/>
        </a:spcBef>
        <a:spcAft>
          <a:spcPts val="0"/>
        </a:spcAft>
        <a:buClr>
          <a:srgbClr val="222D29">
            <a:alpha val="90262"/>
          </a:srgbClr>
        </a:buClr>
        <a:buSzTx/>
        <a:buFont typeface="Helvetica"/>
        <a:buNone/>
        <a:tabLst/>
        <a:defRPr sz="2200" b="0" i="0" u="none" strike="noStrike" cap="none" spc="0" baseline="0">
          <a:solidFill>
            <a:srgbClr val="2D3432"/>
          </a:solidFill>
          <a:uFillTx/>
          <a:latin typeface="Arial" panose="020B0604020202020204" pitchFamily="34" charset="0"/>
          <a:ea typeface="맑은 고딕"/>
          <a:cs typeface="Arial" panose="020B0604020202020204" pitchFamily="34" charset="0"/>
          <a:sym typeface="맑은 고딕"/>
        </a:defRPr>
      </a:lvl5pPr>
      <a:lvl6pPr marL="2565400" marR="0" indent="-279400" algn="l" defTabSz="914400" latinLnBrk="0">
        <a:lnSpc>
          <a:spcPct val="120000"/>
        </a:lnSpc>
        <a:spcBef>
          <a:spcPts val="2000"/>
        </a:spcBef>
        <a:spcAft>
          <a:spcPts val="0"/>
        </a:spcAft>
        <a:buClr>
          <a:srgbClr val="222D29">
            <a:alpha val="90262"/>
          </a:srgbClr>
        </a:buClr>
        <a:buSzPct val="100000"/>
        <a:buFont typeface="Helvetica"/>
        <a:buChar char="•"/>
        <a:tabLst/>
        <a:defRPr sz="2200" b="0" i="0" u="none" strike="noStrike" cap="none" spc="0" baseline="0">
          <a:solidFill>
            <a:srgbClr val="2D3432"/>
          </a:solidFill>
          <a:uFillTx/>
          <a:latin typeface="맑은 고딕"/>
          <a:ea typeface="맑은 고딕"/>
          <a:cs typeface="맑은 고딕"/>
          <a:sym typeface="맑은 고딕"/>
        </a:defRPr>
      </a:lvl6pPr>
      <a:lvl7pPr marL="3022600" marR="0" indent="-279400" algn="l" defTabSz="914400" latinLnBrk="0">
        <a:lnSpc>
          <a:spcPct val="120000"/>
        </a:lnSpc>
        <a:spcBef>
          <a:spcPts val="2000"/>
        </a:spcBef>
        <a:spcAft>
          <a:spcPts val="0"/>
        </a:spcAft>
        <a:buClr>
          <a:srgbClr val="222D29">
            <a:alpha val="90262"/>
          </a:srgbClr>
        </a:buClr>
        <a:buSzPct val="100000"/>
        <a:buFont typeface="Helvetica"/>
        <a:buChar char="•"/>
        <a:tabLst/>
        <a:defRPr sz="2200" b="0" i="0" u="none" strike="noStrike" cap="none" spc="0" baseline="0">
          <a:solidFill>
            <a:srgbClr val="2D3432"/>
          </a:solidFill>
          <a:uFillTx/>
          <a:latin typeface="맑은 고딕"/>
          <a:ea typeface="맑은 고딕"/>
          <a:cs typeface="맑은 고딕"/>
          <a:sym typeface="맑은 고딕"/>
        </a:defRPr>
      </a:lvl7pPr>
      <a:lvl8pPr marL="3479800" marR="0" indent="-279400" algn="l" defTabSz="914400" latinLnBrk="0">
        <a:lnSpc>
          <a:spcPct val="120000"/>
        </a:lnSpc>
        <a:spcBef>
          <a:spcPts val="2000"/>
        </a:spcBef>
        <a:spcAft>
          <a:spcPts val="0"/>
        </a:spcAft>
        <a:buClr>
          <a:srgbClr val="222D29">
            <a:alpha val="90262"/>
          </a:srgbClr>
        </a:buClr>
        <a:buSzPct val="100000"/>
        <a:buFont typeface="Helvetica"/>
        <a:buChar char="•"/>
        <a:tabLst/>
        <a:defRPr sz="2200" b="0" i="0" u="none" strike="noStrike" cap="none" spc="0" baseline="0">
          <a:solidFill>
            <a:srgbClr val="2D3432"/>
          </a:solidFill>
          <a:uFillTx/>
          <a:latin typeface="맑은 고딕"/>
          <a:ea typeface="맑은 고딕"/>
          <a:cs typeface="맑은 고딕"/>
          <a:sym typeface="맑은 고딕"/>
        </a:defRPr>
      </a:lvl8pPr>
      <a:lvl9pPr marL="3937000" marR="0" indent="-279400" algn="l" defTabSz="914400" latinLnBrk="0">
        <a:lnSpc>
          <a:spcPct val="120000"/>
        </a:lnSpc>
        <a:spcBef>
          <a:spcPts val="2000"/>
        </a:spcBef>
        <a:spcAft>
          <a:spcPts val="0"/>
        </a:spcAft>
        <a:buClr>
          <a:srgbClr val="222D29">
            <a:alpha val="90262"/>
          </a:srgbClr>
        </a:buClr>
        <a:buSzPct val="100000"/>
        <a:buFont typeface="Helvetica"/>
        <a:buChar char="•"/>
        <a:tabLst/>
        <a:defRPr sz="2200" b="0" i="0" u="none" strike="noStrike" cap="none" spc="0" baseline="0">
          <a:solidFill>
            <a:srgbClr val="2D3432"/>
          </a:solidFill>
          <a:uFillTx/>
          <a:latin typeface="맑은 고딕"/>
          <a:ea typeface="맑은 고딕"/>
          <a:cs typeface="맑은 고딕"/>
          <a:sym typeface="맑은 고딕"/>
        </a:defRPr>
      </a:lvl9pPr>
    </p:bodyStyle>
    <p:otherStyle>
      <a:lvl1pPr marL="0" marR="0" indent="0" algn="r" defTabSz="9144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000" b="0" i="0" u="none" strike="noStrike" cap="none" spc="-50" baseline="0">
          <a:solidFill>
            <a:schemeClr val="tx1"/>
          </a:solidFill>
          <a:uFillTx/>
          <a:latin typeface="+mn-lt"/>
          <a:ea typeface="+mn-ea"/>
          <a:cs typeface="+mn-cs"/>
          <a:sym typeface="맑은 고딕"/>
        </a:defRPr>
      </a:lvl1pPr>
      <a:lvl2pPr marL="0" marR="0" indent="0" algn="r" defTabSz="9144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000" b="0" i="0" u="none" strike="noStrike" cap="none" spc="-50" baseline="0">
          <a:solidFill>
            <a:schemeClr val="tx1"/>
          </a:solidFill>
          <a:uFillTx/>
          <a:latin typeface="+mn-lt"/>
          <a:ea typeface="+mn-ea"/>
          <a:cs typeface="+mn-cs"/>
          <a:sym typeface="맑은 고딕"/>
        </a:defRPr>
      </a:lvl2pPr>
      <a:lvl3pPr marL="0" marR="0" indent="0" algn="r" defTabSz="9144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000" b="0" i="0" u="none" strike="noStrike" cap="none" spc="-50" baseline="0">
          <a:solidFill>
            <a:schemeClr val="tx1"/>
          </a:solidFill>
          <a:uFillTx/>
          <a:latin typeface="+mn-lt"/>
          <a:ea typeface="+mn-ea"/>
          <a:cs typeface="+mn-cs"/>
          <a:sym typeface="맑은 고딕"/>
        </a:defRPr>
      </a:lvl3pPr>
      <a:lvl4pPr marL="0" marR="0" indent="0" algn="r" defTabSz="9144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000" b="0" i="0" u="none" strike="noStrike" cap="none" spc="-50" baseline="0">
          <a:solidFill>
            <a:schemeClr val="tx1"/>
          </a:solidFill>
          <a:uFillTx/>
          <a:latin typeface="+mn-lt"/>
          <a:ea typeface="+mn-ea"/>
          <a:cs typeface="+mn-cs"/>
          <a:sym typeface="맑은 고딕"/>
        </a:defRPr>
      </a:lvl4pPr>
      <a:lvl5pPr marL="0" marR="0" indent="0" algn="r" defTabSz="9144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000" b="0" i="0" u="none" strike="noStrike" cap="none" spc="-50" baseline="0">
          <a:solidFill>
            <a:schemeClr val="tx1"/>
          </a:solidFill>
          <a:uFillTx/>
          <a:latin typeface="+mn-lt"/>
          <a:ea typeface="+mn-ea"/>
          <a:cs typeface="+mn-cs"/>
          <a:sym typeface="맑은 고딕"/>
        </a:defRPr>
      </a:lvl5pPr>
      <a:lvl6pPr marL="0" marR="0" indent="0" algn="r" defTabSz="9144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000" b="0" i="0" u="none" strike="noStrike" cap="none" spc="-50" baseline="0">
          <a:solidFill>
            <a:schemeClr val="tx1"/>
          </a:solidFill>
          <a:uFillTx/>
          <a:latin typeface="+mn-lt"/>
          <a:ea typeface="+mn-ea"/>
          <a:cs typeface="+mn-cs"/>
          <a:sym typeface="맑은 고딕"/>
        </a:defRPr>
      </a:lvl6pPr>
      <a:lvl7pPr marL="0" marR="0" indent="0" algn="r" defTabSz="9144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000" b="0" i="0" u="none" strike="noStrike" cap="none" spc="-50" baseline="0">
          <a:solidFill>
            <a:schemeClr val="tx1"/>
          </a:solidFill>
          <a:uFillTx/>
          <a:latin typeface="+mn-lt"/>
          <a:ea typeface="+mn-ea"/>
          <a:cs typeface="+mn-cs"/>
          <a:sym typeface="맑은 고딕"/>
        </a:defRPr>
      </a:lvl7pPr>
      <a:lvl8pPr marL="0" marR="0" indent="0" algn="r" defTabSz="9144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000" b="0" i="0" u="none" strike="noStrike" cap="none" spc="-50" baseline="0">
          <a:solidFill>
            <a:schemeClr val="tx1"/>
          </a:solidFill>
          <a:uFillTx/>
          <a:latin typeface="+mn-lt"/>
          <a:ea typeface="+mn-ea"/>
          <a:cs typeface="+mn-cs"/>
          <a:sym typeface="맑은 고딕"/>
        </a:defRPr>
      </a:lvl8pPr>
      <a:lvl9pPr marL="0" marR="0" indent="0" algn="r" defTabSz="9144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000" b="0" i="0" u="none" strike="noStrike" cap="none" spc="-50" baseline="0">
          <a:solidFill>
            <a:schemeClr val="tx1"/>
          </a:solidFill>
          <a:uFillTx/>
          <a:latin typeface="+mn-lt"/>
          <a:ea typeface="+mn-ea"/>
          <a:cs typeface="+mn-cs"/>
          <a:sym typeface="맑은 고딕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52B19BF-47FA-36B7-F91E-3DB34E52C8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1981199"/>
            <a:ext cx="9387840" cy="1524001"/>
          </a:xfrm>
        </p:spPr>
        <p:txBody>
          <a:bodyPr/>
          <a:lstStyle/>
          <a:p>
            <a:r>
              <a:rPr lang="en-US" altLang="ko-KR" dirty="0">
                <a:latin typeface="Arial" panose="020B0604020202020204" pitchFamily="34" charset="0"/>
                <a:cs typeface="Arial" panose="020B0604020202020204" pitchFamily="34" charset="0"/>
              </a:rPr>
              <a:t>Machine Learning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FD7302F-9176-CCA5-4537-4BF59CF48C08}"/>
              </a:ext>
            </a:extLst>
          </p:cNvPr>
          <p:cNvSpPr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r>
              <a:rPr lang="en-US" altLang="ko-KR" dirty="0">
                <a:latin typeface="Arial" panose="020B0604020202020204" pitchFamily="34" charset="0"/>
                <a:cs typeface="Arial" panose="020B0604020202020204" pitchFamily="34" charset="0"/>
              </a:rPr>
              <a:t>2025.12.04</a:t>
            </a:r>
          </a:p>
          <a:p>
            <a:endParaRPr lang="ko-KR" altLang="en-US" dirty="0"/>
          </a:p>
        </p:txBody>
      </p:sp>
      <p:sp>
        <p:nvSpPr>
          <p:cNvPr id="7" name="Susik Yoon…">
            <a:extLst>
              <a:ext uri="{FF2B5EF4-FFF2-40B4-BE49-F238E27FC236}">
                <a16:creationId xmlns:a16="http://schemas.microsoft.com/office/drawing/2014/main" id="{0383B430-F840-2450-1B8D-595DAD638AA4}"/>
              </a:ext>
            </a:extLst>
          </p:cNvPr>
          <p:cNvSpPr txBox="1"/>
          <p:nvPr/>
        </p:nvSpPr>
        <p:spPr>
          <a:xfrm>
            <a:off x="3740115" y="4476077"/>
            <a:ext cx="4711770" cy="2635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normAutofit/>
          </a:bodyPr>
          <a:lstStyle/>
          <a:p>
            <a:pPr algn="ctr" defTabSz="822959">
              <a:lnSpc>
                <a:spcPct val="70000"/>
              </a:lnSpc>
              <a:spcBef>
                <a:spcPts val="1000"/>
              </a:spcBef>
              <a:defRPr sz="1350" b="1">
                <a:solidFill>
                  <a:srgbClr val="FFFFFF">
                    <a:alpha val="90000"/>
                  </a:srgbClr>
                </a:solidFill>
                <a:latin typeface="맑은 고딕"/>
                <a:ea typeface="맑은 고딕"/>
                <a:cs typeface="맑은 고딕"/>
                <a:sym typeface="맑은 고딕"/>
              </a:defRPr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7조</a:t>
            </a:r>
            <a:endParaRPr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Susik Yoon…">
            <a:extLst>
              <a:ext uri="{FF2B5EF4-FFF2-40B4-BE49-F238E27FC236}">
                <a16:creationId xmlns:a16="http://schemas.microsoft.com/office/drawing/2014/main" id="{BAA9DAFA-BA53-020E-CAA1-E9C09224A610}"/>
              </a:ext>
            </a:extLst>
          </p:cNvPr>
          <p:cNvSpPr txBox="1"/>
          <p:nvPr/>
        </p:nvSpPr>
        <p:spPr>
          <a:xfrm>
            <a:off x="3730176" y="4774359"/>
            <a:ext cx="4711770" cy="7961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normAutofit/>
          </a:bodyPr>
          <a:lstStyle/>
          <a:p>
            <a:pPr algn="ctr" defTabSz="822959">
              <a:lnSpc>
                <a:spcPct val="40000"/>
              </a:lnSpc>
              <a:spcBef>
                <a:spcPts val="1000"/>
              </a:spcBef>
              <a:defRPr sz="1079" i="1">
                <a:solidFill>
                  <a:srgbClr val="FFFFFF">
                    <a:alpha val="90000"/>
                  </a:srgbClr>
                </a:solidFill>
                <a:latin typeface="맑은 고딕"/>
                <a:ea typeface="맑은 고딕"/>
                <a:cs typeface="맑은 고딕"/>
                <a:sym typeface="맑은 고딕"/>
              </a:defRPr>
            </a:pPr>
            <a:r>
              <a:rPr lang="en-US" altLang="ko-KR" spc="20" baseline="0" dirty="0">
                <a:latin typeface="Arial" panose="020B0604020202020204" pitchFamily="34" charset="0"/>
                <a:cs typeface="Arial" panose="020B0604020202020204" pitchFamily="34" charset="0"/>
              </a:rPr>
              <a:t>2020170837 </a:t>
            </a:r>
            <a:r>
              <a:rPr lang="ko-KR" altLang="en-US" spc="20" baseline="0" dirty="0">
                <a:latin typeface="Arial" panose="020B0604020202020204" pitchFamily="34" charset="0"/>
                <a:cs typeface="Arial" panose="020B0604020202020204" pitchFamily="34" charset="0"/>
              </a:rPr>
              <a:t>최원준</a:t>
            </a:r>
            <a:endParaRPr lang="en-US" altLang="ko-KR" spc="20" baseline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 defTabSz="822959">
              <a:lnSpc>
                <a:spcPct val="40000"/>
              </a:lnSpc>
              <a:spcBef>
                <a:spcPts val="1000"/>
              </a:spcBef>
              <a:defRPr sz="1079" i="1">
                <a:solidFill>
                  <a:srgbClr val="FFFFFF">
                    <a:alpha val="90000"/>
                  </a:srgbClr>
                </a:solidFill>
                <a:latin typeface="맑은 고딕"/>
                <a:ea typeface="맑은 고딕"/>
                <a:cs typeface="맑은 고딕"/>
                <a:sym typeface="맑은 고딕"/>
              </a:defRPr>
            </a:pPr>
            <a:r>
              <a:rPr lang="ko-KR" altLang="en-US" spc="20" dirty="0">
                <a:latin typeface="Arial" panose="020B0604020202020204" pitchFamily="34" charset="0"/>
                <a:cs typeface="Arial" panose="020B0604020202020204" pitchFamily="34" charset="0"/>
              </a:rPr>
              <a:t>장지웅</a:t>
            </a:r>
            <a:endParaRPr lang="en-US" altLang="ko-KR" spc="2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 defTabSz="822959">
              <a:lnSpc>
                <a:spcPct val="40000"/>
              </a:lnSpc>
              <a:spcBef>
                <a:spcPts val="1000"/>
              </a:spcBef>
              <a:defRPr sz="1079" i="1">
                <a:solidFill>
                  <a:srgbClr val="FFFFFF">
                    <a:alpha val="90000"/>
                  </a:srgbClr>
                </a:solidFill>
                <a:latin typeface="맑은 고딕"/>
                <a:ea typeface="맑은 고딕"/>
                <a:cs typeface="맑은 고딕"/>
                <a:sym typeface="맑은 고딕"/>
              </a:defRPr>
            </a:pPr>
            <a:r>
              <a:rPr lang="ko-KR" altLang="en-US" spc="20" baseline="0" dirty="0" err="1">
                <a:latin typeface="Arial" panose="020B0604020202020204" pitchFamily="34" charset="0"/>
                <a:cs typeface="Arial" panose="020B0604020202020204" pitchFamily="34" charset="0"/>
              </a:rPr>
              <a:t>노규주</a:t>
            </a:r>
            <a:endParaRPr lang="en-US" altLang="ko-KR" spc="20" baseline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91309888"/>
      </p:ext>
    </p:extLst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1102D297-EABA-D5E1-368C-A7AF65ABEB42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r">
              <a:buNone/>
            </a:pPr>
            <a:r>
              <a:rPr kumimoji="1" lang="en-US" altLang="ko-KR" b="1" dirty="0">
                <a:solidFill>
                  <a:srgbClr val="2E5766"/>
                </a:solidFill>
              </a:rPr>
              <a:t>Title 4</a:t>
            </a:r>
            <a:endParaRPr kumimoji="1" lang="ko-KR" altLang="en-US" b="1" dirty="0">
              <a:solidFill>
                <a:srgbClr val="2E5766"/>
              </a:solidFill>
            </a:endParaRP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1DEB601-E03A-91AD-6A90-F25307AA3EFD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r">
              <a:buNone/>
            </a:pPr>
            <a:r>
              <a:rPr kumimoji="1" lang="en-US" altLang="ko-KR" b="1" dirty="0">
                <a:solidFill>
                  <a:srgbClr val="2E5766"/>
                </a:solidFill>
              </a:rPr>
              <a:t>Title 3</a:t>
            </a:r>
            <a:endParaRPr kumimoji="1" lang="ko-KR" altLang="en-US" b="1" dirty="0">
              <a:solidFill>
                <a:srgbClr val="2E5766"/>
              </a:solidFill>
            </a:endParaRP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2D558B3-210A-66CD-5A57-A6A6A0053795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r">
              <a:buNone/>
            </a:pPr>
            <a:r>
              <a:rPr kumimoji="1" lang="en-US" altLang="ko-KR" b="1" dirty="0">
                <a:solidFill>
                  <a:srgbClr val="2E5766"/>
                </a:solidFill>
              </a:rPr>
              <a:t>Title 2</a:t>
            </a:r>
            <a:endParaRPr kumimoji="1" lang="ko-KR" altLang="en-US" b="1" dirty="0">
              <a:solidFill>
                <a:srgbClr val="2E5766"/>
              </a:solidFill>
            </a:endParaRP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8CC1163-B7E6-AF8F-3078-83E95B1ED06C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r">
              <a:buNone/>
            </a:pPr>
            <a:r>
              <a:rPr kumimoji="1" lang="en-US" altLang="ko-KR" b="1" dirty="0">
                <a:solidFill>
                  <a:srgbClr val="2E5766"/>
                </a:solidFill>
              </a:rPr>
              <a:t>Title 1</a:t>
            </a:r>
            <a:endParaRPr kumimoji="1" lang="ko-KR" altLang="en-US" b="1" dirty="0">
              <a:solidFill>
                <a:srgbClr val="2E5766"/>
              </a:solidFill>
            </a:endParaRP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81D0DB0F-A4C2-8108-6253-5E4D54CC867F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/>
        <p:txBody>
          <a:bodyPr>
            <a:noAutofit/>
          </a:bodyPr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9C256AB3-04AC-6B38-EFD2-5B5F7E425409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961D1D84-586E-0AF3-3BA4-2FEB0A237C48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316119554"/>
      </p:ext>
    </p:extLst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517DB741-051F-5CD0-20E5-5B15262F5F3E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/>
        <p:txBody>
          <a:bodyPr>
            <a:noAutofit/>
          </a:bodyPr>
          <a:lstStyle/>
          <a:p>
            <a:endParaRPr kumimoji="1" lang="ko-KR" altLang="en-US" dirty="0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3AD2DF4E-BFBE-38FA-A20E-E33CAD50EEB4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680D7DE2-BECD-CED4-2F33-2FC7C0A2DD96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10" name="텍스트 개체 틀 1">
            <a:extLst>
              <a:ext uri="{FF2B5EF4-FFF2-40B4-BE49-F238E27FC236}">
                <a16:creationId xmlns:a16="http://schemas.microsoft.com/office/drawing/2014/main" id="{BF874168-CD90-B9D6-01D5-4B457B2D1858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5181600" y="5871685"/>
            <a:ext cx="6350000" cy="457201"/>
          </a:xfrm>
        </p:spPr>
        <p:txBody>
          <a:bodyPr/>
          <a:lstStyle/>
          <a:p>
            <a:pPr marL="0" indent="0" algn="r">
              <a:buNone/>
            </a:pPr>
            <a:r>
              <a:rPr kumimoji="1" lang="en-US" altLang="ko-KR" b="1" dirty="0">
                <a:solidFill>
                  <a:srgbClr val="2E5766"/>
                </a:solidFill>
              </a:rPr>
              <a:t>Title 5</a:t>
            </a:r>
            <a:endParaRPr kumimoji="1" lang="ko-KR" altLang="en-US" b="1" dirty="0">
              <a:solidFill>
                <a:srgbClr val="2E5766"/>
              </a:solidFill>
            </a:endParaRPr>
          </a:p>
        </p:txBody>
      </p:sp>
      <p:sp>
        <p:nvSpPr>
          <p:cNvPr id="11" name="텍스트 개체 틀 2">
            <a:extLst>
              <a:ext uri="{FF2B5EF4-FFF2-40B4-BE49-F238E27FC236}">
                <a16:creationId xmlns:a16="http://schemas.microsoft.com/office/drawing/2014/main" id="{39E8A799-CB1E-B7B9-B47B-2B7557A83788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5181600" y="5315516"/>
            <a:ext cx="6350000" cy="457201"/>
          </a:xfrm>
        </p:spPr>
        <p:txBody>
          <a:bodyPr/>
          <a:lstStyle/>
          <a:p>
            <a:pPr marL="0" indent="0" algn="r">
              <a:buNone/>
            </a:pPr>
            <a:r>
              <a:rPr kumimoji="1" lang="en-US" altLang="ko-KR" b="1" dirty="0">
                <a:solidFill>
                  <a:srgbClr val="2E5766"/>
                </a:solidFill>
              </a:rPr>
              <a:t>Title 4</a:t>
            </a:r>
            <a:endParaRPr kumimoji="1" lang="ko-KR" altLang="en-US" b="1" dirty="0">
              <a:solidFill>
                <a:srgbClr val="2E5766"/>
              </a:solidFill>
            </a:endParaRPr>
          </a:p>
        </p:txBody>
      </p:sp>
      <p:sp>
        <p:nvSpPr>
          <p:cNvPr id="12" name="텍스트 개체 틀 3">
            <a:extLst>
              <a:ext uri="{FF2B5EF4-FFF2-40B4-BE49-F238E27FC236}">
                <a16:creationId xmlns:a16="http://schemas.microsoft.com/office/drawing/2014/main" id="{1FB6A359-4AEA-58C3-1A30-6E367A60C75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5181600" y="4749187"/>
            <a:ext cx="6350000" cy="457201"/>
          </a:xfrm>
        </p:spPr>
        <p:txBody>
          <a:bodyPr/>
          <a:lstStyle/>
          <a:p>
            <a:pPr marL="0" indent="0" algn="r">
              <a:buNone/>
            </a:pPr>
            <a:r>
              <a:rPr kumimoji="1" lang="en-US" altLang="ko-KR" b="1" dirty="0">
                <a:solidFill>
                  <a:srgbClr val="2E5766"/>
                </a:solidFill>
              </a:rPr>
              <a:t>Title 3</a:t>
            </a:r>
            <a:endParaRPr kumimoji="1" lang="ko-KR" altLang="en-US" b="1" dirty="0">
              <a:solidFill>
                <a:srgbClr val="2E5766"/>
              </a:solidFill>
            </a:endParaRPr>
          </a:p>
        </p:txBody>
      </p:sp>
      <p:sp>
        <p:nvSpPr>
          <p:cNvPr id="13" name="텍스트 개체 틀 4">
            <a:extLst>
              <a:ext uri="{FF2B5EF4-FFF2-40B4-BE49-F238E27FC236}">
                <a16:creationId xmlns:a16="http://schemas.microsoft.com/office/drawing/2014/main" id="{3D9DDF40-C64C-8922-C729-A3C75FB35C1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181600" y="4169568"/>
            <a:ext cx="6350000" cy="457201"/>
          </a:xfrm>
        </p:spPr>
        <p:txBody>
          <a:bodyPr/>
          <a:lstStyle/>
          <a:p>
            <a:pPr marL="0" indent="0" algn="r">
              <a:buNone/>
            </a:pPr>
            <a:r>
              <a:rPr kumimoji="1" lang="en-US" altLang="ko-KR" b="1" dirty="0">
                <a:solidFill>
                  <a:srgbClr val="2E5766"/>
                </a:solidFill>
              </a:rPr>
              <a:t>Title 2</a:t>
            </a:r>
            <a:endParaRPr kumimoji="1" lang="ko-KR" altLang="en-US" b="1" dirty="0">
              <a:solidFill>
                <a:srgbClr val="2E5766"/>
              </a:solidFill>
            </a:endParaRPr>
          </a:p>
        </p:txBody>
      </p:sp>
      <p:sp>
        <p:nvSpPr>
          <p:cNvPr id="14" name="텍스트 개체 틀 4">
            <a:extLst>
              <a:ext uri="{FF2B5EF4-FFF2-40B4-BE49-F238E27FC236}">
                <a16:creationId xmlns:a16="http://schemas.microsoft.com/office/drawing/2014/main" id="{32C97006-E504-2F69-68D4-0B85E1FEFBDE}"/>
              </a:ext>
            </a:extLst>
          </p:cNvPr>
          <p:cNvSpPr txBox="1">
            <a:spLocks/>
          </p:cNvSpPr>
          <p:nvPr/>
        </p:nvSpPr>
        <p:spPr>
          <a:xfrm>
            <a:off x="5181600" y="3604084"/>
            <a:ext cx="6350000" cy="457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>
            <a:normAutofit/>
          </a:bodyPr>
          <a:lstStyle>
            <a:lvl1pPr marL="324000" marR="0" indent="-324000" algn="l" defTabSz="914400" latinLnBrk="0">
              <a:lnSpc>
                <a:spcPct val="100000"/>
              </a:lnSpc>
              <a:spcBef>
                <a:spcPts val="2000"/>
              </a:spcBef>
              <a:spcAft>
                <a:spcPts val="0"/>
              </a:spcAft>
              <a:buClr>
                <a:srgbClr val="222D29">
                  <a:alpha val="90262"/>
                </a:srgbClr>
              </a:buClr>
              <a:buSzPct val="90000"/>
              <a:buFont typeface="Helvetica"/>
              <a:buChar char="❑"/>
              <a:tabLst/>
              <a:defRPr sz="2200" b="0" i="0" u="none" strike="noStrike" cap="none" spc="0" baseline="0">
                <a:solidFill>
                  <a:srgbClr val="2D3432"/>
                </a:solidFill>
                <a:uFillTx/>
                <a:latin typeface="Arial" panose="020B0604020202020204" pitchFamily="34" charset="0"/>
                <a:ea typeface="맑은 고딕"/>
                <a:cs typeface="Arial" panose="020B0604020202020204" pitchFamily="34" charset="0"/>
                <a:sym typeface="맑은 고딕"/>
              </a:defRPr>
            </a:lvl1pPr>
            <a:lvl2pPr marL="432000" marR="0" indent="-216000" algn="l" defTabSz="914400" latinLnBrk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222D29">
                  <a:alpha val="90262"/>
                </a:srgbClr>
              </a:buClr>
              <a:buSzPct val="100000"/>
              <a:buFont typeface="Helvetica"/>
              <a:buChar char="▪"/>
              <a:tabLst/>
              <a:defRPr sz="2000" b="0" i="0" u="none" strike="noStrike" cap="none" spc="0" baseline="0">
                <a:solidFill>
                  <a:srgbClr val="2D3432"/>
                </a:solidFill>
                <a:uFillTx/>
                <a:latin typeface="Arial" panose="020B0604020202020204" pitchFamily="34" charset="0"/>
                <a:ea typeface="맑은 고딕"/>
                <a:cs typeface="Arial" panose="020B0604020202020204" pitchFamily="34" charset="0"/>
                <a:sym typeface="맑은 고딕"/>
              </a:defRPr>
            </a:lvl2pPr>
            <a:lvl3pPr marL="756000" marR="0" indent="-252000" algn="l" defTabSz="914400" latinLnBrk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222D29">
                  <a:alpha val="90262"/>
                </a:srgbClr>
              </a:buClr>
              <a:buSzPct val="100000"/>
              <a:buFont typeface="Helvetica"/>
              <a:buChar char="•"/>
              <a:tabLst/>
              <a:defRPr sz="1800" b="0" i="0" u="none" strike="noStrike" cap="none" spc="0" baseline="0">
                <a:solidFill>
                  <a:srgbClr val="2D3432"/>
                </a:solidFill>
                <a:uFillTx/>
                <a:latin typeface="Arial" panose="020B0604020202020204" pitchFamily="34" charset="0"/>
                <a:ea typeface="맑은 고딕"/>
                <a:cs typeface="Arial" panose="020B0604020202020204" pitchFamily="34" charset="0"/>
                <a:sym typeface="맑은 고딕"/>
              </a:defRPr>
            </a:lvl3pPr>
            <a:lvl4pPr marL="972000" marR="0" indent="-324000" algn="l" defTabSz="914400" latinLnBrk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222D29">
                  <a:alpha val="90262"/>
                </a:srgbClr>
              </a:buClr>
              <a:buSzPct val="100000"/>
              <a:buFont typeface="Helvetica"/>
              <a:buChar char="‒"/>
              <a:tabLst/>
              <a:defRPr sz="1600" b="0" i="0" u="none" strike="noStrike" cap="none" spc="0" baseline="0">
                <a:solidFill>
                  <a:srgbClr val="2D3432"/>
                </a:solidFill>
                <a:uFillTx/>
                <a:latin typeface="Arial" panose="020B0604020202020204" pitchFamily="34" charset="0"/>
                <a:ea typeface="맑은 고딕"/>
                <a:cs typeface="Arial" panose="020B0604020202020204" pitchFamily="34" charset="0"/>
                <a:sym typeface="맑은 고딕"/>
              </a:defRPr>
            </a:lvl4pPr>
            <a:lvl5pPr marL="0" marR="0" indent="0" algn="l" defTabSz="914400" latinLnBrk="0">
              <a:lnSpc>
                <a:spcPct val="120000"/>
              </a:lnSpc>
              <a:spcBef>
                <a:spcPts val="2000"/>
              </a:spcBef>
              <a:spcAft>
                <a:spcPts val="0"/>
              </a:spcAft>
              <a:buClr>
                <a:srgbClr val="222D29">
                  <a:alpha val="90262"/>
                </a:srgbClr>
              </a:buClr>
              <a:buSzTx/>
              <a:buFont typeface="Helvetica"/>
              <a:buNone/>
              <a:tabLst/>
              <a:defRPr sz="2200" b="0" i="0" u="none" strike="noStrike" cap="none" spc="0" baseline="0">
                <a:solidFill>
                  <a:srgbClr val="2D3432"/>
                </a:solidFill>
                <a:uFillTx/>
                <a:latin typeface="Arial" panose="020B0604020202020204" pitchFamily="34" charset="0"/>
                <a:ea typeface="맑은 고딕"/>
                <a:cs typeface="Arial" panose="020B0604020202020204" pitchFamily="34" charset="0"/>
                <a:sym typeface="맑은 고딕"/>
              </a:defRPr>
            </a:lvl5pPr>
            <a:lvl6pPr marL="2565400" marR="0" indent="-279400" algn="l" defTabSz="914400" latinLnBrk="0">
              <a:lnSpc>
                <a:spcPct val="120000"/>
              </a:lnSpc>
              <a:spcBef>
                <a:spcPts val="2000"/>
              </a:spcBef>
              <a:spcAft>
                <a:spcPts val="0"/>
              </a:spcAft>
              <a:buClr>
                <a:srgbClr val="222D29">
                  <a:alpha val="90262"/>
                </a:srgbClr>
              </a:buClr>
              <a:buSzPct val="100000"/>
              <a:buFont typeface="Helvetica"/>
              <a:buChar char="•"/>
              <a:tabLst/>
              <a:defRPr sz="2200" b="0" i="0" u="none" strike="noStrike" cap="none" spc="0" baseline="0">
                <a:solidFill>
                  <a:srgbClr val="2D3432"/>
                </a:solidFill>
                <a:uFillTx/>
                <a:latin typeface="맑은 고딕"/>
                <a:ea typeface="맑은 고딕"/>
                <a:cs typeface="맑은 고딕"/>
                <a:sym typeface="맑은 고딕"/>
              </a:defRPr>
            </a:lvl6pPr>
            <a:lvl7pPr marL="3022600" marR="0" indent="-279400" algn="l" defTabSz="914400" latinLnBrk="0">
              <a:lnSpc>
                <a:spcPct val="120000"/>
              </a:lnSpc>
              <a:spcBef>
                <a:spcPts val="2000"/>
              </a:spcBef>
              <a:spcAft>
                <a:spcPts val="0"/>
              </a:spcAft>
              <a:buClr>
                <a:srgbClr val="222D29">
                  <a:alpha val="90262"/>
                </a:srgbClr>
              </a:buClr>
              <a:buSzPct val="100000"/>
              <a:buFont typeface="Helvetica"/>
              <a:buChar char="•"/>
              <a:tabLst/>
              <a:defRPr sz="2200" b="0" i="0" u="none" strike="noStrike" cap="none" spc="0" baseline="0">
                <a:solidFill>
                  <a:srgbClr val="2D3432"/>
                </a:solidFill>
                <a:uFillTx/>
                <a:latin typeface="맑은 고딕"/>
                <a:ea typeface="맑은 고딕"/>
                <a:cs typeface="맑은 고딕"/>
                <a:sym typeface="맑은 고딕"/>
              </a:defRPr>
            </a:lvl7pPr>
            <a:lvl8pPr marL="3479800" marR="0" indent="-279400" algn="l" defTabSz="914400" latinLnBrk="0">
              <a:lnSpc>
                <a:spcPct val="120000"/>
              </a:lnSpc>
              <a:spcBef>
                <a:spcPts val="2000"/>
              </a:spcBef>
              <a:spcAft>
                <a:spcPts val="0"/>
              </a:spcAft>
              <a:buClr>
                <a:srgbClr val="222D29">
                  <a:alpha val="90262"/>
                </a:srgbClr>
              </a:buClr>
              <a:buSzPct val="100000"/>
              <a:buFont typeface="Helvetica"/>
              <a:buChar char="•"/>
              <a:tabLst/>
              <a:defRPr sz="2200" b="0" i="0" u="none" strike="noStrike" cap="none" spc="0" baseline="0">
                <a:solidFill>
                  <a:srgbClr val="2D3432"/>
                </a:solidFill>
                <a:uFillTx/>
                <a:latin typeface="맑은 고딕"/>
                <a:ea typeface="맑은 고딕"/>
                <a:cs typeface="맑은 고딕"/>
                <a:sym typeface="맑은 고딕"/>
              </a:defRPr>
            </a:lvl8pPr>
            <a:lvl9pPr marL="3937000" marR="0" indent="-279400" algn="l" defTabSz="914400" latinLnBrk="0">
              <a:lnSpc>
                <a:spcPct val="120000"/>
              </a:lnSpc>
              <a:spcBef>
                <a:spcPts val="2000"/>
              </a:spcBef>
              <a:spcAft>
                <a:spcPts val="0"/>
              </a:spcAft>
              <a:buClr>
                <a:srgbClr val="222D29">
                  <a:alpha val="90262"/>
                </a:srgbClr>
              </a:buClr>
              <a:buSzPct val="100000"/>
              <a:buFont typeface="Helvetica"/>
              <a:buChar char="•"/>
              <a:tabLst/>
              <a:defRPr sz="2200" b="0" i="0" u="none" strike="noStrike" cap="none" spc="0" baseline="0">
                <a:solidFill>
                  <a:srgbClr val="2D3432"/>
                </a:solidFill>
                <a:uFillTx/>
                <a:latin typeface="맑은 고딕"/>
                <a:ea typeface="맑은 고딕"/>
                <a:cs typeface="맑은 고딕"/>
                <a:sym typeface="맑은 고딕"/>
              </a:defRPr>
            </a:lvl9pPr>
          </a:lstStyle>
          <a:p>
            <a:pPr marL="0" indent="0" algn="r" hangingPunct="1">
              <a:buFont typeface="Helvetica"/>
              <a:buNone/>
            </a:pPr>
            <a:r>
              <a:rPr kumimoji="1" lang="en-US" altLang="ko-KR" b="1" dirty="0">
                <a:solidFill>
                  <a:srgbClr val="2E5766"/>
                </a:solidFill>
              </a:rPr>
              <a:t>Title 1</a:t>
            </a:r>
            <a:endParaRPr kumimoji="1" lang="ko-KR" altLang="en-US" b="1" dirty="0">
              <a:solidFill>
                <a:srgbClr val="2E576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15082190"/>
      </p:ext>
    </p:extLst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82C9F0B8-BF5A-1CB8-02FA-3883EC2EFE1C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298929" y="4868139"/>
            <a:ext cx="2408414" cy="261808"/>
          </a:xfrm>
          <a:prstGeom prst="rect">
            <a:avLst/>
          </a:prstGeom>
        </p:spPr>
        <p:txBody>
          <a:bodyPr>
            <a:noAutofit/>
          </a:bodyPr>
          <a:lstStyle/>
          <a:p>
            <a:endParaRPr kumimoji="1" lang="ko-KR" altLang="en-US" dirty="0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5799FCCF-E935-5B6C-FE66-C25FCB6AF7E2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298929" y="5157794"/>
            <a:ext cx="2408414" cy="216370"/>
          </a:xfrm>
          <a:prstGeom prst="rect">
            <a:avLst/>
          </a:prstGeom>
        </p:spPr>
        <p:txBody>
          <a:bodyPr/>
          <a:lstStyle/>
          <a:p>
            <a:endParaRPr kumimoji="1" lang="ko-KR" altLang="en-US"/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2852CB37-0771-4289-5F29-A7030A62AFF1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298928" y="5390654"/>
            <a:ext cx="3171247" cy="216370"/>
          </a:xfrm>
          <a:prstGeom prst="rect">
            <a:avLst/>
          </a:prstGeom>
        </p:spPr>
        <p:txBody>
          <a:bodyPr/>
          <a:lstStyle/>
          <a:p>
            <a:endParaRPr kumimoji="1" lang="ko-KR" altLang="en-US"/>
          </a:p>
        </p:txBody>
      </p:sp>
      <p:sp>
        <p:nvSpPr>
          <p:cNvPr id="22" name="텍스트 개체 틀 4">
            <a:extLst>
              <a:ext uri="{FF2B5EF4-FFF2-40B4-BE49-F238E27FC236}">
                <a16:creationId xmlns:a16="http://schemas.microsoft.com/office/drawing/2014/main" id="{614A806B-C138-A1EF-8A5D-12A77934F70A}"/>
              </a:ext>
            </a:extLst>
          </p:cNvPr>
          <p:cNvSpPr txBox="1">
            <a:spLocks/>
          </p:cNvSpPr>
          <p:nvPr/>
        </p:nvSpPr>
        <p:spPr>
          <a:xfrm>
            <a:off x="5139720" y="3604084"/>
            <a:ext cx="6350000" cy="457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>
            <a:normAutofit/>
          </a:bodyPr>
          <a:lstStyle>
            <a:lvl1pPr marL="324000" marR="0" indent="-324000" algn="l" defTabSz="914400" latinLnBrk="0">
              <a:lnSpc>
                <a:spcPct val="100000"/>
              </a:lnSpc>
              <a:spcBef>
                <a:spcPts val="2000"/>
              </a:spcBef>
              <a:spcAft>
                <a:spcPts val="0"/>
              </a:spcAft>
              <a:buClr>
                <a:srgbClr val="222D29">
                  <a:alpha val="90262"/>
                </a:srgbClr>
              </a:buClr>
              <a:buSzPct val="90000"/>
              <a:buFont typeface="Helvetica"/>
              <a:buChar char="❑"/>
              <a:tabLst/>
              <a:defRPr sz="2200" b="0" i="0" u="none" strike="noStrike" cap="none" spc="0" baseline="0">
                <a:solidFill>
                  <a:srgbClr val="2D3432"/>
                </a:solidFill>
                <a:uFillTx/>
                <a:latin typeface="Arial" panose="020B0604020202020204" pitchFamily="34" charset="0"/>
                <a:ea typeface="맑은 고딕"/>
                <a:cs typeface="Arial" panose="020B0604020202020204" pitchFamily="34" charset="0"/>
                <a:sym typeface="맑은 고딕"/>
              </a:defRPr>
            </a:lvl1pPr>
            <a:lvl2pPr marL="432000" marR="0" indent="-216000" algn="l" defTabSz="914400" latinLnBrk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222D29">
                  <a:alpha val="90262"/>
                </a:srgbClr>
              </a:buClr>
              <a:buSzPct val="100000"/>
              <a:buFont typeface="Helvetica"/>
              <a:buChar char="▪"/>
              <a:tabLst/>
              <a:defRPr sz="2000" b="0" i="0" u="none" strike="noStrike" cap="none" spc="0" baseline="0">
                <a:solidFill>
                  <a:srgbClr val="2D3432"/>
                </a:solidFill>
                <a:uFillTx/>
                <a:latin typeface="Arial" panose="020B0604020202020204" pitchFamily="34" charset="0"/>
                <a:ea typeface="맑은 고딕"/>
                <a:cs typeface="Arial" panose="020B0604020202020204" pitchFamily="34" charset="0"/>
                <a:sym typeface="맑은 고딕"/>
              </a:defRPr>
            </a:lvl2pPr>
            <a:lvl3pPr marL="756000" marR="0" indent="-252000" algn="l" defTabSz="914400" latinLnBrk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222D29">
                  <a:alpha val="90262"/>
                </a:srgbClr>
              </a:buClr>
              <a:buSzPct val="100000"/>
              <a:buFont typeface="Helvetica"/>
              <a:buChar char="•"/>
              <a:tabLst/>
              <a:defRPr sz="1800" b="0" i="0" u="none" strike="noStrike" cap="none" spc="0" baseline="0">
                <a:solidFill>
                  <a:srgbClr val="2D3432"/>
                </a:solidFill>
                <a:uFillTx/>
                <a:latin typeface="Arial" panose="020B0604020202020204" pitchFamily="34" charset="0"/>
                <a:ea typeface="맑은 고딕"/>
                <a:cs typeface="Arial" panose="020B0604020202020204" pitchFamily="34" charset="0"/>
                <a:sym typeface="맑은 고딕"/>
              </a:defRPr>
            </a:lvl3pPr>
            <a:lvl4pPr marL="972000" marR="0" indent="-324000" algn="l" defTabSz="914400" latinLnBrk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222D29">
                  <a:alpha val="90262"/>
                </a:srgbClr>
              </a:buClr>
              <a:buSzPct val="100000"/>
              <a:buFont typeface="Helvetica"/>
              <a:buChar char="‒"/>
              <a:tabLst/>
              <a:defRPr sz="1600" b="0" i="0" u="none" strike="noStrike" cap="none" spc="0" baseline="0">
                <a:solidFill>
                  <a:srgbClr val="2D3432"/>
                </a:solidFill>
                <a:uFillTx/>
                <a:latin typeface="Arial" panose="020B0604020202020204" pitchFamily="34" charset="0"/>
                <a:ea typeface="맑은 고딕"/>
                <a:cs typeface="Arial" panose="020B0604020202020204" pitchFamily="34" charset="0"/>
                <a:sym typeface="맑은 고딕"/>
              </a:defRPr>
            </a:lvl4pPr>
            <a:lvl5pPr marL="0" marR="0" indent="0" algn="l" defTabSz="914400" latinLnBrk="0">
              <a:lnSpc>
                <a:spcPct val="120000"/>
              </a:lnSpc>
              <a:spcBef>
                <a:spcPts val="2000"/>
              </a:spcBef>
              <a:spcAft>
                <a:spcPts val="0"/>
              </a:spcAft>
              <a:buClr>
                <a:srgbClr val="222D29">
                  <a:alpha val="90262"/>
                </a:srgbClr>
              </a:buClr>
              <a:buSzTx/>
              <a:buFont typeface="Helvetica"/>
              <a:buNone/>
              <a:tabLst/>
              <a:defRPr sz="2200" b="0" i="0" u="none" strike="noStrike" cap="none" spc="0" baseline="0">
                <a:solidFill>
                  <a:srgbClr val="2D3432"/>
                </a:solidFill>
                <a:uFillTx/>
                <a:latin typeface="Arial" panose="020B0604020202020204" pitchFamily="34" charset="0"/>
                <a:ea typeface="맑은 고딕"/>
                <a:cs typeface="Arial" panose="020B0604020202020204" pitchFamily="34" charset="0"/>
                <a:sym typeface="맑은 고딕"/>
              </a:defRPr>
            </a:lvl5pPr>
            <a:lvl6pPr marL="2565400" marR="0" indent="-279400" algn="l" defTabSz="914400" latinLnBrk="0">
              <a:lnSpc>
                <a:spcPct val="120000"/>
              </a:lnSpc>
              <a:spcBef>
                <a:spcPts val="2000"/>
              </a:spcBef>
              <a:spcAft>
                <a:spcPts val="0"/>
              </a:spcAft>
              <a:buClr>
                <a:srgbClr val="222D29">
                  <a:alpha val="90262"/>
                </a:srgbClr>
              </a:buClr>
              <a:buSzPct val="100000"/>
              <a:buFont typeface="Helvetica"/>
              <a:buChar char="•"/>
              <a:tabLst/>
              <a:defRPr sz="2200" b="0" i="0" u="none" strike="noStrike" cap="none" spc="0" baseline="0">
                <a:solidFill>
                  <a:srgbClr val="2D3432"/>
                </a:solidFill>
                <a:uFillTx/>
                <a:latin typeface="맑은 고딕"/>
                <a:ea typeface="맑은 고딕"/>
                <a:cs typeface="맑은 고딕"/>
                <a:sym typeface="맑은 고딕"/>
              </a:defRPr>
            </a:lvl6pPr>
            <a:lvl7pPr marL="3022600" marR="0" indent="-279400" algn="l" defTabSz="914400" latinLnBrk="0">
              <a:lnSpc>
                <a:spcPct val="120000"/>
              </a:lnSpc>
              <a:spcBef>
                <a:spcPts val="2000"/>
              </a:spcBef>
              <a:spcAft>
                <a:spcPts val="0"/>
              </a:spcAft>
              <a:buClr>
                <a:srgbClr val="222D29">
                  <a:alpha val="90262"/>
                </a:srgbClr>
              </a:buClr>
              <a:buSzPct val="100000"/>
              <a:buFont typeface="Helvetica"/>
              <a:buChar char="•"/>
              <a:tabLst/>
              <a:defRPr sz="2200" b="0" i="0" u="none" strike="noStrike" cap="none" spc="0" baseline="0">
                <a:solidFill>
                  <a:srgbClr val="2D3432"/>
                </a:solidFill>
                <a:uFillTx/>
                <a:latin typeface="맑은 고딕"/>
                <a:ea typeface="맑은 고딕"/>
                <a:cs typeface="맑은 고딕"/>
                <a:sym typeface="맑은 고딕"/>
              </a:defRPr>
            </a:lvl7pPr>
            <a:lvl8pPr marL="3479800" marR="0" indent="-279400" algn="l" defTabSz="914400" latinLnBrk="0">
              <a:lnSpc>
                <a:spcPct val="120000"/>
              </a:lnSpc>
              <a:spcBef>
                <a:spcPts val="2000"/>
              </a:spcBef>
              <a:spcAft>
                <a:spcPts val="0"/>
              </a:spcAft>
              <a:buClr>
                <a:srgbClr val="222D29">
                  <a:alpha val="90262"/>
                </a:srgbClr>
              </a:buClr>
              <a:buSzPct val="100000"/>
              <a:buFont typeface="Helvetica"/>
              <a:buChar char="•"/>
              <a:tabLst/>
              <a:defRPr sz="2200" b="0" i="0" u="none" strike="noStrike" cap="none" spc="0" baseline="0">
                <a:solidFill>
                  <a:srgbClr val="2D3432"/>
                </a:solidFill>
                <a:uFillTx/>
                <a:latin typeface="맑은 고딕"/>
                <a:ea typeface="맑은 고딕"/>
                <a:cs typeface="맑은 고딕"/>
                <a:sym typeface="맑은 고딕"/>
              </a:defRPr>
            </a:lvl8pPr>
            <a:lvl9pPr marL="3937000" marR="0" indent="-279400" algn="l" defTabSz="914400" latinLnBrk="0">
              <a:lnSpc>
                <a:spcPct val="120000"/>
              </a:lnSpc>
              <a:spcBef>
                <a:spcPts val="2000"/>
              </a:spcBef>
              <a:spcAft>
                <a:spcPts val="0"/>
              </a:spcAft>
              <a:buClr>
                <a:srgbClr val="222D29">
                  <a:alpha val="90262"/>
                </a:srgbClr>
              </a:buClr>
              <a:buSzPct val="100000"/>
              <a:buFont typeface="Helvetica"/>
              <a:buChar char="•"/>
              <a:tabLst/>
              <a:defRPr sz="2200" b="0" i="0" u="none" strike="noStrike" cap="none" spc="0" baseline="0">
                <a:solidFill>
                  <a:srgbClr val="2D3432"/>
                </a:solidFill>
                <a:uFillTx/>
                <a:latin typeface="맑은 고딕"/>
                <a:ea typeface="맑은 고딕"/>
                <a:cs typeface="맑은 고딕"/>
                <a:sym typeface="맑은 고딕"/>
              </a:defRPr>
            </a:lvl9pPr>
          </a:lstStyle>
          <a:p>
            <a:pPr marL="0" indent="0" algn="r" hangingPunct="1">
              <a:buFont typeface="Helvetica"/>
              <a:buNone/>
            </a:pPr>
            <a:r>
              <a:rPr kumimoji="1" lang="en-US" altLang="ko-KR" b="1" dirty="0">
                <a:solidFill>
                  <a:srgbClr val="2E5766"/>
                </a:solidFill>
              </a:rPr>
              <a:t>Title 2</a:t>
            </a:r>
            <a:endParaRPr kumimoji="1" lang="ko-KR" altLang="en-US" b="1" dirty="0">
              <a:solidFill>
                <a:srgbClr val="2E5766"/>
              </a:solidFill>
            </a:endParaRPr>
          </a:p>
        </p:txBody>
      </p:sp>
      <p:sp>
        <p:nvSpPr>
          <p:cNvPr id="31" name="텍스트 개체 틀 1">
            <a:extLst>
              <a:ext uri="{FF2B5EF4-FFF2-40B4-BE49-F238E27FC236}">
                <a16:creationId xmlns:a16="http://schemas.microsoft.com/office/drawing/2014/main" id="{EE5C5397-9765-9CB9-BEC4-2EB6C9CB69BD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5181600" y="5871685"/>
            <a:ext cx="6350000" cy="457201"/>
          </a:xfrm>
        </p:spPr>
        <p:txBody>
          <a:bodyPr/>
          <a:lstStyle/>
          <a:p>
            <a:pPr marL="0" indent="0" algn="r">
              <a:buNone/>
            </a:pPr>
            <a:r>
              <a:rPr kumimoji="1" lang="en-US" altLang="ko-KR" b="1" dirty="0">
                <a:solidFill>
                  <a:srgbClr val="2E5766"/>
                </a:solidFill>
              </a:rPr>
              <a:t>Title 6</a:t>
            </a:r>
            <a:endParaRPr kumimoji="1" lang="ko-KR" altLang="en-US" b="1" dirty="0">
              <a:solidFill>
                <a:srgbClr val="2E5766"/>
              </a:solidFill>
            </a:endParaRPr>
          </a:p>
        </p:txBody>
      </p:sp>
      <p:sp>
        <p:nvSpPr>
          <p:cNvPr id="32" name="텍스트 개체 틀 2">
            <a:extLst>
              <a:ext uri="{FF2B5EF4-FFF2-40B4-BE49-F238E27FC236}">
                <a16:creationId xmlns:a16="http://schemas.microsoft.com/office/drawing/2014/main" id="{3D646F1D-C82D-A51B-E01C-8E649838EAE9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5181600" y="5315516"/>
            <a:ext cx="6350000" cy="457201"/>
          </a:xfrm>
        </p:spPr>
        <p:txBody>
          <a:bodyPr/>
          <a:lstStyle/>
          <a:p>
            <a:pPr marL="0" indent="0" algn="r">
              <a:buNone/>
            </a:pPr>
            <a:r>
              <a:rPr kumimoji="1" lang="en-US" altLang="ko-KR" b="1" dirty="0">
                <a:solidFill>
                  <a:srgbClr val="2E5766"/>
                </a:solidFill>
              </a:rPr>
              <a:t>Title 5</a:t>
            </a:r>
            <a:endParaRPr kumimoji="1" lang="ko-KR" altLang="en-US" b="1" dirty="0">
              <a:solidFill>
                <a:srgbClr val="2E5766"/>
              </a:solidFill>
            </a:endParaRPr>
          </a:p>
        </p:txBody>
      </p:sp>
      <p:sp>
        <p:nvSpPr>
          <p:cNvPr id="33" name="텍스트 개체 틀 3">
            <a:extLst>
              <a:ext uri="{FF2B5EF4-FFF2-40B4-BE49-F238E27FC236}">
                <a16:creationId xmlns:a16="http://schemas.microsoft.com/office/drawing/2014/main" id="{0F27D747-F993-5A86-5C03-A0D5C362452D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5181600" y="4749187"/>
            <a:ext cx="6350000" cy="457201"/>
          </a:xfrm>
        </p:spPr>
        <p:txBody>
          <a:bodyPr/>
          <a:lstStyle/>
          <a:p>
            <a:pPr marL="0" indent="0" algn="r">
              <a:buNone/>
            </a:pPr>
            <a:r>
              <a:rPr kumimoji="1" lang="en-US" altLang="ko-KR" b="1" dirty="0">
                <a:solidFill>
                  <a:srgbClr val="2E5766"/>
                </a:solidFill>
              </a:rPr>
              <a:t>Title 4</a:t>
            </a:r>
            <a:endParaRPr kumimoji="1" lang="ko-KR" altLang="en-US" b="1" dirty="0">
              <a:solidFill>
                <a:srgbClr val="2E5766"/>
              </a:solidFill>
            </a:endParaRPr>
          </a:p>
        </p:txBody>
      </p:sp>
      <p:sp>
        <p:nvSpPr>
          <p:cNvPr id="34" name="텍스트 개체 틀 4">
            <a:extLst>
              <a:ext uri="{FF2B5EF4-FFF2-40B4-BE49-F238E27FC236}">
                <a16:creationId xmlns:a16="http://schemas.microsoft.com/office/drawing/2014/main" id="{7B0B66F9-332A-9090-8588-B5FCB2AFEAB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181600" y="4169568"/>
            <a:ext cx="6350000" cy="457201"/>
          </a:xfrm>
        </p:spPr>
        <p:txBody>
          <a:bodyPr/>
          <a:lstStyle/>
          <a:p>
            <a:pPr marL="0" indent="0" algn="r">
              <a:buNone/>
            </a:pPr>
            <a:r>
              <a:rPr kumimoji="1" lang="en-US" altLang="ko-KR" b="1" dirty="0">
                <a:solidFill>
                  <a:srgbClr val="2E5766"/>
                </a:solidFill>
              </a:rPr>
              <a:t>Title 3</a:t>
            </a:r>
            <a:endParaRPr kumimoji="1" lang="ko-KR" altLang="en-US" b="1" dirty="0">
              <a:solidFill>
                <a:srgbClr val="2E5766"/>
              </a:solidFill>
            </a:endParaRPr>
          </a:p>
        </p:txBody>
      </p:sp>
      <p:sp>
        <p:nvSpPr>
          <p:cNvPr id="35" name="텍스트 개체 틀 4">
            <a:extLst>
              <a:ext uri="{FF2B5EF4-FFF2-40B4-BE49-F238E27FC236}">
                <a16:creationId xmlns:a16="http://schemas.microsoft.com/office/drawing/2014/main" id="{53A03450-CB14-ECB6-BCD5-736D2FA409A8}"/>
              </a:ext>
            </a:extLst>
          </p:cNvPr>
          <p:cNvSpPr txBox="1">
            <a:spLocks/>
          </p:cNvSpPr>
          <p:nvPr/>
        </p:nvSpPr>
        <p:spPr>
          <a:xfrm>
            <a:off x="5139720" y="3045672"/>
            <a:ext cx="6350000" cy="457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>
            <a:normAutofit/>
          </a:bodyPr>
          <a:lstStyle>
            <a:lvl1pPr marL="324000" marR="0" indent="-324000" algn="l" defTabSz="914400" latinLnBrk="0">
              <a:lnSpc>
                <a:spcPct val="100000"/>
              </a:lnSpc>
              <a:spcBef>
                <a:spcPts val="2000"/>
              </a:spcBef>
              <a:spcAft>
                <a:spcPts val="0"/>
              </a:spcAft>
              <a:buClr>
                <a:srgbClr val="222D29">
                  <a:alpha val="90262"/>
                </a:srgbClr>
              </a:buClr>
              <a:buSzPct val="90000"/>
              <a:buFont typeface="Helvetica"/>
              <a:buChar char="❑"/>
              <a:tabLst/>
              <a:defRPr sz="2200" b="0" i="0" u="none" strike="noStrike" cap="none" spc="0" baseline="0">
                <a:solidFill>
                  <a:srgbClr val="2D3432"/>
                </a:solidFill>
                <a:uFillTx/>
                <a:latin typeface="Arial" panose="020B0604020202020204" pitchFamily="34" charset="0"/>
                <a:ea typeface="맑은 고딕"/>
                <a:cs typeface="Arial" panose="020B0604020202020204" pitchFamily="34" charset="0"/>
                <a:sym typeface="맑은 고딕"/>
              </a:defRPr>
            </a:lvl1pPr>
            <a:lvl2pPr marL="432000" marR="0" indent="-216000" algn="l" defTabSz="914400" latinLnBrk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222D29">
                  <a:alpha val="90262"/>
                </a:srgbClr>
              </a:buClr>
              <a:buSzPct val="100000"/>
              <a:buFont typeface="Helvetica"/>
              <a:buChar char="▪"/>
              <a:tabLst/>
              <a:defRPr sz="2000" b="0" i="0" u="none" strike="noStrike" cap="none" spc="0" baseline="0">
                <a:solidFill>
                  <a:srgbClr val="2D3432"/>
                </a:solidFill>
                <a:uFillTx/>
                <a:latin typeface="Arial" panose="020B0604020202020204" pitchFamily="34" charset="0"/>
                <a:ea typeface="맑은 고딕"/>
                <a:cs typeface="Arial" panose="020B0604020202020204" pitchFamily="34" charset="0"/>
                <a:sym typeface="맑은 고딕"/>
              </a:defRPr>
            </a:lvl2pPr>
            <a:lvl3pPr marL="756000" marR="0" indent="-252000" algn="l" defTabSz="914400" latinLnBrk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222D29">
                  <a:alpha val="90262"/>
                </a:srgbClr>
              </a:buClr>
              <a:buSzPct val="100000"/>
              <a:buFont typeface="Helvetica"/>
              <a:buChar char="•"/>
              <a:tabLst/>
              <a:defRPr sz="1800" b="0" i="0" u="none" strike="noStrike" cap="none" spc="0" baseline="0">
                <a:solidFill>
                  <a:srgbClr val="2D3432"/>
                </a:solidFill>
                <a:uFillTx/>
                <a:latin typeface="Arial" panose="020B0604020202020204" pitchFamily="34" charset="0"/>
                <a:ea typeface="맑은 고딕"/>
                <a:cs typeface="Arial" panose="020B0604020202020204" pitchFamily="34" charset="0"/>
                <a:sym typeface="맑은 고딕"/>
              </a:defRPr>
            </a:lvl3pPr>
            <a:lvl4pPr marL="972000" marR="0" indent="-324000" algn="l" defTabSz="914400" latinLnBrk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222D29">
                  <a:alpha val="90262"/>
                </a:srgbClr>
              </a:buClr>
              <a:buSzPct val="100000"/>
              <a:buFont typeface="Helvetica"/>
              <a:buChar char="‒"/>
              <a:tabLst/>
              <a:defRPr sz="1600" b="0" i="0" u="none" strike="noStrike" cap="none" spc="0" baseline="0">
                <a:solidFill>
                  <a:srgbClr val="2D3432"/>
                </a:solidFill>
                <a:uFillTx/>
                <a:latin typeface="Arial" panose="020B0604020202020204" pitchFamily="34" charset="0"/>
                <a:ea typeface="맑은 고딕"/>
                <a:cs typeface="Arial" panose="020B0604020202020204" pitchFamily="34" charset="0"/>
                <a:sym typeface="맑은 고딕"/>
              </a:defRPr>
            </a:lvl4pPr>
            <a:lvl5pPr marL="0" marR="0" indent="0" algn="l" defTabSz="914400" latinLnBrk="0">
              <a:lnSpc>
                <a:spcPct val="120000"/>
              </a:lnSpc>
              <a:spcBef>
                <a:spcPts val="2000"/>
              </a:spcBef>
              <a:spcAft>
                <a:spcPts val="0"/>
              </a:spcAft>
              <a:buClr>
                <a:srgbClr val="222D29">
                  <a:alpha val="90262"/>
                </a:srgbClr>
              </a:buClr>
              <a:buSzTx/>
              <a:buFont typeface="Helvetica"/>
              <a:buNone/>
              <a:tabLst/>
              <a:defRPr sz="2200" b="0" i="0" u="none" strike="noStrike" cap="none" spc="0" baseline="0">
                <a:solidFill>
                  <a:srgbClr val="2D3432"/>
                </a:solidFill>
                <a:uFillTx/>
                <a:latin typeface="Arial" panose="020B0604020202020204" pitchFamily="34" charset="0"/>
                <a:ea typeface="맑은 고딕"/>
                <a:cs typeface="Arial" panose="020B0604020202020204" pitchFamily="34" charset="0"/>
                <a:sym typeface="맑은 고딕"/>
              </a:defRPr>
            </a:lvl5pPr>
            <a:lvl6pPr marL="2565400" marR="0" indent="-279400" algn="l" defTabSz="914400" latinLnBrk="0">
              <a:lnSpc>
                <a:spcPct val="120000"/>
              </a:lnSpc>
              <a:spcBef>
                <a:spcPts val="2000"/>
              </a:spcBef>
              <a:spcAft>
                <a:spcPts val="0"/>
              </a:spcAft>
              <a:buClr>
                <a:srgbClr val="222D29">
                  <a:alpha val="90262"/>
                </a:srgbClr>
              </a:buClr>
              <a:buSzPct val="100000"/>
              <a:buFont typeface="Helvetica"/>
              <a:buChar char="•"/>
              <a:tabLst/>
              <a:defRPr sz="2200" b="0" i="0" u="none" strike="noStrike" cap="none" spc="0" baseline="0">
                <a:solidFill>
                  <a:srgbClr val="2D3432"/>
                </a:solidFill>
                <a:uFillTx/>
                <a:latin typeface="맑은 고딕"/>
                <a:ea typeface="맑은 고딕"/>
                <a:cs typeface="맑은 고딕"/>
                <a:sym typeface="맑은 고딕"/>
              </a:defRPr>
            </a:lvl6pPr>
            <a:lvl7pPr marL="3022600" marR="0" indent="-279400" algn="l" defTabSz="914400" latinLnBrk="0">
              <a:lnSpc>
                <a:spcPct val="120000"/>
              </a:lnSpc>
              <a:spcBef>
                <a:spcPts val="2000"/>
              </a:spcBef>
              <a:spcAft>
                <a:spcPts val="0"/>
              </a:spcAft>
              <a:buClr>
                <a:srgbClr val="222D29">
                  <a:alpha val="90262"/>
                </a:srgbClr>
              </a:buClr>
              <a:buSzPct val="100000"/>
              <a:buFont typeface="Helvetica"/>
              <a:buChar char="•"/>
              <a:tabLst/>
              <a:defRPr sz="2200" b="0" i="0" u="none" strike="noStrike" cap="none" spc="0" baseline="0">
                <a:solidFill>
                  <a:srgbClr val="2D3432"/>
                </a:solidFill>
                <a:uFillTx/>
                <a:latin typeface="맑은 고딕"/>
                <a:ea typeface="맑은 고딕"/>
                <a:cs typeface="맑은 고딕"/>
                <a:sym typeface="맑은 고딕"/>
              </a:defRPr>
            </a:lvl7pPr>
            <a:lvl8pPr marL="3479800" marR="0" indent="-279400" algn="l" defTabSz="914400" latinLnBrk="0">
              <a:lnSpc>
                <a:spcPct val="120000"/>
              </a:lnSpc>
              <a:spcBef>
                <a:spcPts val="2000"/>
              </a:spcBef>
              <a:spcAft>
                <a:spcPts val="0"/>
              </a:spcAft>
              <a:buClr>
                <a:srgbClr val="222D29">
                  <a:alpha val="90262"/>
                </a:srgbClr>
              </a:buClr>
              <a:buSzPct val="100000"/>
              <a:buFont typeface="Helvetica"/>
              <a:buChar char="•"/>
              <a:tabLst/>
              <a:defRPr sz="2200" b="0" i="0" u="none" strike="noStrike" cap="none" spc="0" baseline="0">
                <a:solidFill>
                  <a:srgbClr val="2D3432"/>
                </a:solidFill>
                <a:uFillTx/>
                <a:latin typeface="맑은 고딕"/>
                <a:ea typeface="맑은 고딕"/>
                <a:cs typeface="맑은 고딕"/>
                <a:sym typeface="맑은 고딕"/>
              </a:defRPr>
            </a:lvl8pPr>
            <a:lvl9pPr marL="3937000" marR="0" indent="-279400" algn="l" defTabSz="914400" latinLnBrk="0">
              <a:lnSpc>
                <a:spcPct val="120000"/>
              </a:lnSpc>
              <a:spcBef>
                <a:spcPts val="2000"/>
              </a:spcBef>
              <a:spcAft>
                <a:spcPts val="0"/>
              </a:spcAft>
              <a:buClr>
                <a:srgbClr val="222D29">
                  <a:alpha val="90262"/>
                </a:srgbClr>
              </a:buClr>
              <a:buSzPct val="100000"/>
              <a:buFont typeface="Helvetica"/>
              <a:buChar char="•"/>
              <a:tabLst/>
              <a:defRPr sz="2200" b="0" i="0" u="none" strike="noStrike" cap="none" spc="0" baseline="0">
                <a:solidFill>
                  <a:srgbClr val="2D3432"/>
                </a:solidFill>
                <a:uFillTx/>
                <a:latin typeface="맑은 고딕"/>
                <a:ea typeface="맑은 고딕"/>
                <a:cs typeface="맑은 고딕"/>
                <a:sym typeface="맑은 고딕"/>
              </a:defRPr>
            </a:lvl9pPr>
          </a:lstStyle>
          <a:p>
            <a:pPr marL="0" indent="0" algn="r" hangingPunct="1">
              <a:buFont typeface="Helvetica"/>
              <a:buNone/>
            </a:pPr>
            <a:r>
              <a:rPr kumimoji="1" lang="en-US" altLang="ko-KR" b="1" dirty="0">
                <a:solidFill>
                  <a:srgbClr val="2E5766"/>
                </a:solidFill>
              </a:rPr>
              <a:t>Title 1</a:t>
            </a:r>
            <a:endParaRPr kumimoji="1" lang="ko-KR" altLang="en-US" b="1" dirty="0">
              <a:solidFill>
                <a:srgbClr val="2E576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56173665"/>
      </p:ext>
    </p:extLst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0F9625-4FE5-1EF3-3DDA-92EB47F5F1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ko-KR" dirty="0"/>
              <a:t>Chapter title</a:t>
            </a:r>
            <a:endParaRPr kumimoji="1"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61359402"/>
      </p:ext>
    </p:extLst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082F28C-1E2D-A0D1-9E52-1B7C91218C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ko-KR" dirty="0"/>
              <a:t>Page Title</a:t>
            </a:r>
            <a:endParaRPr kumimoji="1" lang="ko-KR" altLang="en-US" dirty="0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0C6E2405-18CB-E241-20E8-5ED5973AA102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86CB4B4D-7CA3-9044-876B-883B54F8677D}" type="slidenum">
              <a:rPr lang="en-US" altLang="ko-KR" smtClean="0"/>
              <a:pPr/>
              <a:t>6</a:t>
            </a:fld>
            <a:endParaRPr lang="en-US" altLang="ko-KR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B75A224-A4F0-84A5-1A8B-9DADB213C77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en-US" altLang="ko-KR" dirty="0"/>
              <a:t>Level 1</a:t>
            </a:r>
          </a:p>
          <a:p>
            <a:pPr lvl="1"/>
            <a:r>
              <a:rPr kumimoji="1" lang="en-US" altLang="ko-KR" dirty="0"/>
              <a:t>Level 2</a:t>
            </a:r>
          </a:p>
          <a:p>
            <a:pPr lvl="2"/>
            <a:r>
              <a:rPr kumimoji="1" lang="en-US" altLang="ko-KR" dirty="0"/>
              <a:t>Level 3</a:t>
            </a:r>
          </a:p>
          <a:p>
            <a:pPr lvl="3"/>
            <a:r>
              <a:rPr kumimoji="1" lang="en-US" altLang="ko-KR" dirty="0"/>
              <a:t>Level 4</a:t>
            </a:r>
          </a:p>
          <a:p>
            <a:pPr lvl="2"/>
            <a:endParaRPr kumimoji="1"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63520640"/>
      </p:ext>
    </p:extLst>
  </p:cSld>
  <p:clrMapOvr>
    <a:masterClrMapping/>
  </p:clrMapOvr>
  <p:transition spd="med"/>
</p:sld>
</file>

<file path=ppt/theme/theme1.xml><?xml version="1.0" encoding="utf-8"?>
<a:theme xmlns:a="http://schemas.openxmlformats.org/drawingml/2006/main" name="DAIS">
  <a:themeElements>
    <a:clrScheme name="DAIS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DAIS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DAIS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ctr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DAIS">
  <a:themeElements>
    <a:clrScheme name="DAIS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DAIS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DAIS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ctr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124</TotalTime>
  <Words>52</Words>
  <Application>Microsoft Macintosh PowerPoint</Application>
  <PresentationFormat>와이드스크린</PresentationFormat>
  <Paragraphs>28</Paragraphs>
  <Slides>6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</vt:i4>
      </vt:variant>
    </vt:vector>
  </HeadingPairs>
  <TitlesOfParts>
    <vt:vector size="12" baseType="lpstr">
      <vt:lpstr>맑은 고딕</vt:lpstr>
      <vt:lpstr>Arial</vt:lpstr>
      <vt:lpstr>Calibri</vt:lpstr>
      <vt:lpstr>Helvetica</vt:lpstr>
      <vt:lpstr>Times New Roman</vt:lpstr>
      <vt:lpstr>DAIS</vt:lpstr>
      <vt:lpstr>Machine Learning</vt:lpstr>
      <vt:lpstr>PowerPoint 프레젠테이션</vt:lpstr>
      <vt:lpstr>PowerPoint 프레젠테이션</vt:lpstr>
      <vt:lpstr>PowerPoint 프레젠테이션</vt:lpstr>
      <vt:lpstr>Chapter title</vt:lpstr>
      <vt:lpstr>Page Title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원준 최</cp:lastModifiedBy>
  <cp:revision>77</cp:revision>
  <dcterms:modified xsi:type="dcterms:W3CDTF">2025-11-29T08:16:21Z</dcterms:modified>
</cp:coreProperties>
</file>